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2339975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1" d="100"/>
          <a:sy n="131" d="100"/>
        </p:scale>
        <p:origin x="-102" y="-870"/>
      </p:cViewPr>
      <p:guideLst>
        <p:guide orient="horz" pos="73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726909"/>
            <a:ext cx="7772400" cy="501578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1325986"/>
            <a:ext cx="6400800" cy="59799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18422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8588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1503652"/>
            <a:ext cx="7772400" cy="46474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991782"/>
            <a:ext cx="7772400" cy="51187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25578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343956"/>
            <a:ext cx="4038600" cy="9733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343956"/>
            <a:ext cx="4038600" cy="9733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60896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93707"/>
            <a:ext cx="8229600" cy="389996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523787"/>
            <a:ext cx="4040188" cy="2182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742077"/>
            <a:ext cx="4040188" cy="13481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8" y="523787"/>
            <a:ext cx="4041775" cy="2182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8" y="742077"/>
            <a:ext cx="4041775" cy="134819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40180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95274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378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2" y="93167"/>
            <a:ext cx="3008313" cy="39649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93167"/>
            <a:ext cx="5111750" cy="199710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2" y="489661"/>
            <a:ext cx="3008313" cy="160060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34155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1637983"/>
            <a:ext cx="5486400" cy="19337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209082"/>
            <a:ext cx="5486400" cy="14039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1831356"/>
            <a:ext cx="5486400" cy="27462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64476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01907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59042"/>
            <a:ext cx="2057400" cy="125827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59042"/>
            <a:ext cx="6019800" cy="125827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7935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93707"/>
            <a:ext cx="8229600" cy="389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545993"/>
            <a:ext cx="8229600" cy="1544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2168811"/>
            <a:ext cx="2133600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90E5E-F553-405A-9793-BEA0A9622C45}" type="datetimeFigureOut">
              <a:rPr lang="de-AT" smtClean="0"/>
              <a:t>04.11.2017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2168811"/>
            <a:ext cx="2895600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2168811"/>
            <a:ext cx="2133600" cy="12458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C19FD-30DB-496F-A697-133A8DF1A962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54159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74844" y="172433"/>
            <a:ext cx="2026171" cy="648376"/>
          </a:xfrm>
          <a:prstGeom prst="rect">
            <a:avLst/>
          </a:prstGeom>
          <a:noFill/>
          <a:ln/>
          <a:effectLst/>
          <a:extLst>
            <a:ext uri="{909E8E84-426E-40DD-AFC4-6F175D3DCCD1}">
              <a14:hiddenFill xmlns:a14="http://schemas.microsoft.com/office/drawing/2010/main">
                <a:pattFill prst="pct5">
                  <a:fgClr>
                    <a:srgbClr val="FFFFFF">
                      <a:alpha val="0"/>
                    </a:srgbClr>
                  </a:fgClr>
                  <a:bgClr>
                    <a:srgbClr val="FFFFFF">
                      <a:alpha val="0"/>
                    </a:srgbClr>
                  </a:bgClr>
                </a:patt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7357" dir="2700000" rotWithShape="0">
                    <a:scrgbClr r="0" g="0" b="0"/>
                  </a:outerShdw>
                </a:effectLst>
              </a14:hiddenEffects>
            </a:ext>
            <a:ext uri="{31F19639-BCED-4A60-ADC4-E9642A236FB7}">
              <a14:hiddenScene3d xmlns:a14="http://schemas.microsoft.com/office/drawing/2010/main">
                <a:camera prst="orthographicFront">
                  <a:rot lat="0" lon="0" rev="0"/>
                </a:camera>
                <a:lightRig rig="threePt" dir="t">
                  <a:rot lat="0" lon="0" rev="0"/>
                </a:lightRig>
              </a14:hiddenScene3d>
            </a:ext>
            <a:ext uri="{E45631CC-5BF2-4C18-A39C-3461C7D3F71A}">
              <a14:hiddenSp3d xmlns:a14="http://schemas.microsoft.com/office/drawing/2010/main" extrusionH="457200">
                <a:contourClr>
                  <a:srgbClr val="000000"/>
                </a:contourClr>
              </a14:hiddenSp3d>
            </a:ex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9" name="Rechteck 18"/>
          <p:cNvSpPr/>
          <p:nvPr/>
        </p:nvSpPr>
        <p:spPr>
          <a:xfrm>
            <a:off x="467544" y="1241996"/>
            <a:ext cx="2461189" cy="957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CoefFunction</a:t>
            </a:r>
            <a:endParaRPr lang="de-DE" dirty="0" smtClean="0"/>
          </a:p>
          <a:p>
            <a:pPr algn="ctr"/>
            <a:r>
              <a:rPr lang="de-DE" sz="1400" dirty="0" smtClean="0"/>
              <a:t>e.g. material </a:t>
            </a:r>
            <a:r>
              <a:rPr lang="de-DE" sz="1400" dirty="0" err="1" smtClean="0"/>
              <a:t>or</a:t>
            </a:r>
            <a:r>
              <a:rPr lang="de-DE" sz="1400" dirty="0" smtClean="0"/>
              <a:t> just a </a:t>
            </a:r>
            <a:r>
              <a:rPr lang="de-DE" sz="1400" dirty="0" err="1" smtClean="0"/>
              <a:t>constant</a:t>
            </a:r>
            <a:endParaRPr lang="de-DE" sz="1400" dirty="0"/>
          </a:p>
        </p:txBody>
      </p:sp>
      <p:sp>
        <p:nvSpPr>
          <p:cNvPr id="20" name="Rechteck 19"/>
          <p:cNvSpPr/>
          <p:nvPr/>
        </p:nvSpPr>
        <p:spPr>
          <a:xfrm>
            <a:off x="3248756" y="1241995"/>
            <a:ext cx="2567032" cy="957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BOperator</a:t>
            </a:r>
            <a:endParaRPr lang="de-DE" dirty="0" smtClean="0"/>
          </a:p>
          <a:p>
            <a:pPr algn="ctr"/>
            <a:r>
              <a:rPr lang="de-DE" sz="1400" dirty="0" smtClean="0"/>
              <a:t>derivative </a:t>
            </a:r>
            <a:r>
              <a:rPr lang="de-DE" sz="1400" dirty="0" err="1" smtClean="0"/>
              <a:t>of</a:t>
            </a:r>
            <a:r>
              <a:rPr lang="de-DE" sz="1400" dirty="0" smtClean="0"/>
              <a:t> </a:t>
            </a:r>
            <a:r>
              <a:rPr lang="de-DE" sz="1400" dirty="0" err="1" smtClean="0"/>
              <a:t>shape</a:t>
            </a:r>
            <a:r>
              <a:rPr lang="de-DE" sz="1400" dirty="0" smtClean="0"/>
              <a:t> </a:t>
            </a:r>
            <a:r>
              <a:rPr lang="de-DE" sz="1400" dirty="0" err="1" smtClean="0"/>
              <a:t>function</a:t>
            </a:r>
            <a:endParaRPr lang="de-DE" sz="1400" dirty="0" smtClean="0"/>
          </a:p>
          <a:p>
            <a:pPr algn="ctr"/>
            <a:r>
              <a:rPr lang="de-DE" sz="1400" dirty="0"/>
              <a:t>(</a:t>
            </a:r>
            <a:r>
              <a:rPr lang="de-DE" sz="1400" dirty="0" err="1" smtClean="0"/>
              <a:t>GradientOperator</a:t>
            </a:r>
            <a:r>
              <a:rPr lang="de-DE" sz="1400" dirty="0" smtClean="0"/>
              <a:t>)</a:t>
            </a:r>
            <a:endParaRPr lang="de-DE" sz="1400" dirty="0"/>
          </a:p>
        </p:txBody>
      </p:sp>
      <p:sp>
        <p:nvSpPr>
          <p:cNvPr id="21" name="Rechteck 20"/>
          <p:cNvSpPr/>
          <p:nvPr/>
        </p:nvSpPr>
        <p:spPr>
          <a:xfrm>
            <a:off x="6164740" y="1241996"/>
            <a:ext cx="2608515" cy="9571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 smtClean="0"/>
              <a:t>BOperator</a:t>
            </a:r>
            <a:endParaRPr lang="de-DE" dirty="0"/>
          </a:p>
          <a:p>
            <a:pPr algn="ctr"/>
            <a:r>
              <a:rPr lang="de-DE" sz="1400" dirty="0" smtClean="0"/>
              <a:t>derivative </a:t>
            </a:r>
            <a:r>
              <a:rPr lang="de-DE" sz="1400" dirty="0" err="1"/>
              <a:t>of</a:t>
            </a:r>
            <a:r>
              <a:rPr lang="de-DE" sz="1400" dirty="0"/>
              <a:t> </a:t>
            </a:r>
            <a:r>
              <a:rPr lang="de-DE" sz="1400" dirty="0" err="1"/>
              <a:t>shape</a:t>
            </a:r>
            <a:r>
              <a:rPr lang="de-DE" sz="1400" dirty="0"/>
              <a:t> </a:t>
            </a:r>
            <a:r>
              <a:rPr lang="de-DE" sz="1400" dirty="0" err="1" smtClean="0"/>
              <a:t>function</a:t>
            </a:r>
            <a:endParaRPr lang="de-DE" sz="1400" dirty="0" smtClean="0"/>
          </a:p>
          <a:p>
            <a:pPr algn="ctr"/>
            <a:r>
              <a:rPr lang="de-DE" sz="1400" dirty="0"/>
              <a:t>(</a:t>
            </a:r>
            <a:r>
              <a:rPr lang="de-DE" sz="1400" dirty="0" err="1" smtClean="0"/>
              <a:t>GradientOperator</a:t>
            </a:r>
            <a:r>
              <a:rPr lang="de-DE" sz="1400" smtClean="0"/>
              <a:t>)</a:t>
            </a:r>
            <a:endParaRPr lang="de-DE" sz="1400" dirty="0"/>
          </a:p>
        </p:txBody>
      </p:sp>
      <p:cxnSp>
        <p:nvCxnSpPr>
          <p:cNvPr id="22" name="Gerade Verbindung mit Pfeil 21"/>
          <p:cNvCxnSpPr>
            <a:stCxn id="19" idx="0"/>
          </p:cNvCxnSpPr>
          <p:nvPr/>
        </p:nvCxnSpPr>
        <p:spPr>
          <a:xfrm flipV="1">
            <a:off x="1698139" y="496621"/>
            <a:ext cx="2110811" cy="7453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Gerade Verbindung mit Pfeil 22"/>
          <p:cNvCxnSpPr>
            <a:stCxn id="20" idx="0"/>
          </p:cNvCxnSpPr>
          <p:nvPr/>
        </p:nvCxnSpPr>
        <p:spPr>
          <a:xfrm flipH="1" flipV="1">
            <a:off x="4372974" y="643791"/>
            <a:ext cx="159298" cy="5982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Gerade Verbindung mit Pfeil 23"/>
          <p:cNvCxnSpPr>
            <a:stCxn id="21" idx="0"/>
          </p:cNvCxnSpPr>
          <p:nvPr/>
        </p:nvCxnSpPr>
        <p:spPr>
          <a:xfrm flipH="1" flipV="1">
            <a:off x="5133550" y="496622"/>
            <a:ext cx="2335448" cy="7453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840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usepackage{amsmath}&#10;\begin{document}&#10;\begin{equation*}&#10; \int_\Omega\alpha\ \nabla\varphi\cdot\nabla u \ \text{d}\Omega&#10;\end{equation*}&#10;\end{document}&#10;"/>
  <p:tag name="FILENAME" val="TP_tmp"/>
  <p:tag name="FORMAT" val="png256"/>
  <p:tag name="RES" val="1200"/>
  <p:tag name="BLEND" val="0"/>
  <p:tag name="TRANSPARENT" val="1"/>
  <p:tag name="TBUG" val="0"/>
  <p:tag name="ALLOWFS" val="0"/>
  <p:tag name="ORIGWIDTH" val="75"/>
  <p:tag name="PICTUREFILESIZE" val="6922"/>
</p:tagLst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Benutzerdefiniert</PresentationFormat>
  <Paragraphs>8</Paragraphs>
  <Slides>1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Larissa</vt:lpstr>
      <vt:lpstr>PowerPoint-Präsentation</vt:lpstr>
    </vt:vector>
  </TitlesOfParts>
  <Company>TU Wien - Campusversion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mkaltenb</dc:creator>
  <cp:lastModifiedBy>mkaltenb</cp:lastModifiedBy>
  <cp:revision>2</cp:revision>
  <dcterms:created xsi:type="dcterms:W3CDTF">2017-11-04T10:45:44Z</dcterms:created>
  <dcterms:modified xsi:type="dcterms:W3CDTF">2017-11-04T16:16:48Z</dcterms:modified>
</cp:coreProperties>
</file>