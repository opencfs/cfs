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61263" cy="4679950"/>
  <p:notesSz cx="6858000" cy="9144000"/>
  <p:defaultTextStyle>
    <a:defPPr>
      <a:defRPr lang="de-DE"/>
    </a:defPPr>
    <a:lvl1pPr marL="0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70332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40664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10996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481328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851660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221992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592324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2962656" algn="l" defTabSz="74066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8" d="100"/>
          <a:sy n="118" d="100"/>
        </p:scale>
        <p:origin x="-1050" y="-102"/>
      </p:cViewPr>
      <p:guideLst>
        <p:guide orient="horz" pos="1474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7095" y="1453819"/>
            <a:ext cx="6427074" cy="1003156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34190" y="2651971"/>
            <a:ext cx="5292884" cy="1195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0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0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1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1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92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62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221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499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287" y="3007301"/>
            <a:ext cx="6427074" cy="929490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97287" y="1983564"/>
            <a:ext cx="6427074" cy="1023738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7033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4066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099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8132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516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22199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9232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96265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0351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12429" y="860158"/>
            <a:ext cx="2750147" cy="2432058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188595" y="860158"/>
            <a:ext cx="2751460" cy="2432058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342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4" y="187415"/>
            <a:ext cx="6805137" cy="779992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3" y="1047572"/>
            <a:ext cx="3340871" cy="436579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70332" indent="0">
              <a:buNone/>
              <a:defRPr sz="1600" b="1"/>
            </a:lvl2pPr>
            <a:lvl3pPr marL="740664" indent="0">
              <a:buNone/>
              <a:defRPr sz="1500" b="1"/>
            </a:lvl3pPr>
            <a:lvl4pPr marL="1110996" indent="0">
              <a:buNone/>
              <a:defRPr sz="1300" b="1"/>
            </a:lvl4pPr>
            <a:lvl5pPr marL="1481328" indent="0">
              <a:buNone/>
              <a:defRPr sz="1300" b="1"/>
            </a:lvl5pPr>
            <a:lvl6pPr marL="1851660" indent="0">
              <a:buNone/>
              <a:defRPr sz="1300" b="1"/>
            </a:lvl6pPr>
            <a:lvl7pPr marL="2221992" indent="0">
              <a:buNone/>
              <a:defRPr sz="1300" b="1"/>
            </a:lvl7pPr>
            <a:lvl8pPr marL="2592324" indent="0">
              <a:buNone/>
              <a:defRPr sz="1300" b="1"/>
            </a:lvl8pPr>
            <a:lvl9pPr marL="2962656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78063" y="1484151"/>
            <a:ext cx="3340871" cy="2696388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3841018" y="1047572"/>
            <a:ext cx="3342183" cy="436579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70332" indent="0">
              <a:buNone/>
              <a:defRPr sz="1600" b="1"/>
            </a:lvl2pPr>
            <a:lvl3pPr marL="740664" indent="0">
              <a:buNone/>
              <a:defRPr sz="1500" b="1"/>
            </a:lvl3pPr>
            <a:lvl4pPr marL="1110996" indent="0">
              <a:buNone/>
              <a:defRPr sz="1300" b="1"/>
            </a:lvl4pPr>
            <a:lvl5pPr marL="1481328" indent="0">
              <a:buNone/>
              <a:defRPr sz="1300" b="1"/>
            </a:lvl5pPr>
            <a:lvl6pPr marL="1851660" indent="0">
              <a:buNone/>
              <a:defRPr sz="1300" b="1"/>
            </a:lvl6pPr>
            <a:lvl7pPr marL="2221992" indent="0">
              <a:buNone/>
              <a:defRPr sz="1300" b="1"/>
            </a:lvl7pPr>
            <a:lvl8pPr marL="2592324" indent="0">
              <a:buNone/>
              <a:defRPr sz="1300" b="1"/>
            </a:lvl8pPr>
            <a:lvl9pPr marL="2962656" indent="0">
              <a:buNone/>
              <a:defRPr sz="13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3841018" y="1484151"/>
            <a:ext cx="3342183" cy="2696388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2301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1887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4643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78064" y="186332"/>
            <a:ext cx="2487603" cy="792991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956244" y="186332"/>
            <a:ext cx="4226956" cy="3994207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78064" y="979324"/>
            <a:ext cx="2487603" cy="3201216"/>
          </a:xfrm>
        </p:spPr>
        <p:txBody>
          <a:bodyPr/>
          <a:lstStyle>
            <a:lvl1pPr marL="0" indent="0">
              <a:buNone/>
              <a:defRPr sz="1100"/>
            </a:lvl1pPr>
            <a:lvl2pPr marL="370332" indent="0">
              <a:buNone/>
              <a:defRPr sz="1000"/>
            </a:lvl2pPr>
            <a:lvl3pPr marL="740664" indent="0">
              <a:buNone/>
              <a:defRPr sz="800"/>
            </a:lvl3pPr>
            <a:lvl4pPr marL="1110996" indent="0">
              <a:buNone/>
              <a:defRPr sz="700"/>
            </a:lvl4pPr>
            <a:lvl5pPr marL="1481328" indent="0">
              <a:buNone/>
              <a:defRPr sz="700"/>
            </a:lvl5pPr>
            <a:lvl6pPr marL="1851660" indent="0">
              <a:buNone/>
              <a:defRPr sz="700"/>
            </a:lvl6pPr>
            <a:lvl7pPr marL="2221992" indent="0">
              <a:buNone/>
              <a:defRPr sz="700"/>
            </a:lvl7pPr>
            <a:lvl8pPr marL="2592324" indent="0">
              <a:buNone/>
              <a:defRPr sz="700"/>
            </a:lvl8pPr>
            <a:lvl9pPr marL="2962656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7947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2060" y="3275965"/>
            <a:ext cx="4536758" cy="386746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482060" y="418162"/>
            <a:ext cx="4536758" cy="2807970"/>
          </a:xfrm>
        </p:spPr>
        <p:txBody>
          <a:bodyPr/>
          <a:lstStyle>
            <a:lvl1pPr marL="0" indent="0">
              <a:buNone/>
              <a:defRPr sz="2600"/>
            </a:lvl1pPr>
            <a:lvl2pPr marL="370332" indent="0">
              <a:buNone/>
              <a:defRPr sz="2300"/>
            </a:lvl2pPr>
            <a:lvl3pPr marL="740664" indent="0">
              <a:buNone/>
              <a:defRPr sz="1900"/>
            </a:lvl3pPr>
            <a:lvl4pPr marL="1110996" indent="0">
              <a:buNone/>
              <a:defRPr sz="1600"/>
            </a:lvl4pPr>
            <a:lvl5pPr marL="1481328" indent="0">
              <a:buNone/>
              <a:defRPr sz="1600"/>
            </a:lvl5pPr>
            <a:lvl6pPr marL="1851660" indent="0">
              <a:buNone/>
              <a:defRPr sz="1600"/>
            </a:lvl6pPr>
            <a:lvl7pPr marL="2221992" indent="0">
              <a:buNone/>
              <a:defRPr sz="1600"/>
            </a:lvl7pPr>
            <a:lvl8pPr marL="2592324" indent="0">
              <a:buNone/>
              <a:defRPr sz="1600"/>
            </a:lvl8pPr>
            <a:lvl9pPr marL="2962656" indent="0">
              <a:buNone/>
              <a:defRPr sz="16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82060" y="3662712"/>
            <a:ext cx="4536758" cy="549244"/>
          </a:xfrm>
        </p:spPr>
        <p:txBody>
          <a:bodyPr/>
          <a:lstStyle>
            <a:lvl1pPr marL="0" indent="0">
              <a:buNone/>
              <a:defRPr sz="1100"/>
            </a:lvl1pPr>
            <a:lvl2pPr marL="370332" indent="0">
              <a:buNone/>
              <a:defRPr sz="1000"/>
            </a:lvl2pPr>
            <a:lvl3pPr marL="740664" indent="0">
              <a:buNone/>
              <a:defRPr sz="800"/>
            </a:lvl3pPr>
            <a:lvl4pPr marL="1110996" indent="0">
              <a:buNone/>
              <a:defRPr sz="700"/>
            </a:lvl4pPr>
            <a:lvl5pPr marL="1481328" indent="0">
              <a:buNone/>
              <a:defRPr sz="700"/>
            </a:lvl5pPr>
            <a:lvl6pPr marL="1851660" indent="0">
              <a:buNone/>
              <a:defRPr sz="700"/>
            </a:lvl6pPr>
            <a:lvl7pPr marL="2221992" indent="0">
              <a:buNone/>
              <a:defRPr sz="700"/>
            </a:lvl7pPr>
            <a:lvl8pPr marL="2592324" indent="0">
              <a:buNone/>
              <a:defRPr sz="700"/>
            </a:lvl8pPr>
            <a:lvl9pPr marL="2962656" indent="0">
              <a:buNone/>
              <a:defRPr sz="7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022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2253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4534134" y="147333"/>
            <a:ext cx="1405923" cy="3144883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12427" y="147333"/>
            <a:ext cx="4095684" cy="3144883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8274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78064" y="187415"/>
            <a:ext cx="6805137" cy="779992"/>
          </a:xfrm>
          <a:prstGeom prst="rect">
            <a:avLst/>
          </a:prstGeom>
        </p:spPr>
        <p:txBody>
          <a:bodyPr vert="horz" lIns="74066" tIns="37033" rIns="74066" bIns="37033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78064" y="1091989"/>
            <a:ext cx="6805137" cy="3088551"/>
          </a:xfrm>
          <a:prstGeom prst="rect">
            <a:avLst/>
          </a:prstGeom>
        </p:spPr>
        <p:txBody>
          <a:bodyPr vert="horz" lIns="74066" tIns="37033" rIns="74066" bIns="37033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78064" y="4337621"/>
            <a:ext cx="1764295" cy="249164"/>
          </a:xfrm>
          <a:prstGeom prst="rect">
            <a:avLst/>
          </a:prstGeom>
        </p:spPr>
        <p:txBody>
          <a:bodyPr vert="horz" lIns="74066" tIns="37033" rIns="74066" bIns="3703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36C96-2EFB-4974-B6AD-C479C9AD0F38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583432" y="4337621"/>
            <a:ext cx="2394400" cy="249164"/>
          </a:xfrm>
          <a:prstGeom prst="rect">
            <a:avLst/>
          </a:prstGeom>
        </p:spPr>
        <p:txBody>
          <a:bodyPr vert="horz" lIns="74066" tIns="37033" rIns="74066" bIns="3703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418906" y="4337621"/>
            <a:ext cx="1764295" cy="249164"/>
          </a:xfrm>
          <a:prstGeom prst="rect">
            <a:avLst/>
          </a:prstGeom>
        </p:spPr>
        <p:txBody>
          <a:bodyPr vert="horz" lIns="74066" tIns="37033" rIns="74066" bIns="3703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423CC-7003-49EF-BB48-4AB506ABA99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9630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40664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749" indent="-277749" algn="l" defTabSz="7406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1790" indent="-231458" algn="l" defTabSz="7406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25830" indent="-185166" algn="l" defTabSz="740664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indent="-185166" algn="l" defTabSz="740664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66494" indent="-185166" algn="l" defTabSz="740664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6826" indent="-185166" algn="l" defTabSz="740664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7158" indent="-185166" algn="l" defTabSz="740664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77490" indent="-185166" algn="l" defTabSz="740664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47822" indent="-185166" algn="l" defTabSz="740664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0332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40664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10996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51660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1992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92324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62656" algn="l" defTabSz="740664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hteck 33"/>
          <p:cNvSpPr/>
          <p:nvPr/>
        </p:nvSpPr>
        <p:spPr>
          <a:xfrm>
            <a:off x="172591" y="76423"/>
            <a:ext cx="2209800" cy="828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StaticDriver</a:t>
            </a:r>
            <a:endParaRPr lang="de-DE" dirty="0"/>
          </a:p>
        </p:txBody>
      </p:sp>
      <p:sp>
        <p:nvSpPr>
          <p:cNvPr id="35" name="Rechteck 34"/>
          <p:cNvSpPr/>
          <p:nvPr/>
        </p:nvSpPr>
        <p:spPr>
          <a:xfrm>
            <a:off x="4997003" y="819372"/>
            <a:ext cx="2438400" cy="866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PDE</a:t>
            </a:r>
            <a:endParaRPr lang="de-DE" dirty="0"/>
          </a:p>
        </p:txBody>
      </p:sp>
      <p:sp>
        <p:nvSpPr>
          <p:cNvPr id="36" name="Rechteck 35"/>
          <p:cNvSpPr/>
          <p:nvPr/>
        </p:nvSpPr>
        <p:spPr>
          <a:xfrm>
            <a:off x="1620391" y="1686147"/>
            <a:ext cx="2438400" cy="962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StdSolveStep</a:t>
            </a:r>
            <a:endParaRPr lang="de-DE" dirty="0" smtClean="0"/>
          </a:p>
        </p:txBody>
      </p:sp>
      <p:sp>
        <p:nvSpPr>
          <p:cNvPr id="37" name="Rechteck 36"/>
          <p:cNvSpPr/>
          <p:nvPr/>
        </p:nvSpPr>
        <p:spPr>
          <a:xfrm>
            <a:off x="4997003" y="2090959"/>
            <a:ext cx="2438400" cy="9620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Assemble</a:t>
            </a:r>
            <a:endParaRPr lang="de-DE" dirty="0"/>
          </a:p>
        </p:txBody>
      </p:sp>
      <p:sp>
        <p:nvSpPr>
          <p:cNvPr id="38" name="Rechteck 37"/>
          <p:cNvSpPr/>
          <p:nvPr/>
        </p:nvSpPr>
        <p:spPr>
          <a:xfrm>
            <a:off x="5003354" y="3657823"/>
            <a:ext cx="2438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OLAS</a:t>
            </a:r>
          </a:p>
        </p:txBody>
      </p:sp>
      <p:cxnSp>
        <p:nvCxnSpPr>
          <p:cNvPr id="39" name="Gewinkelte Verbindung 38"/>
          <p:cNvCxnSpPr>
            <a:stCxn id="35" idx="1"/>
          </p:cNvCxnSpPr>
          <p:nvPr/>
        </p:nvCxnSpPr>
        <p:spPr>
          <a:xfrm rot="10800000">
            <a:off x="2382391" y="724124"/>
            <a:ext cx="2614612" cy="52863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winkelte Verbindung 39"/>
          <p:cNvCxnSpPr>
            <a:stCxn id="34" idx="2"/>
            <a:endCxn id="36" idx="1"/>
          </p:cNvCxnSpPr>
          <p:nvPr/>
        </p:nvCxnSpPr>
        <p:spPr>
          <a:xfrm rot="16200000" flipH="1">
            <a:off x="817910" y="1364679"/>
            <a:ext cx="1262062" cy="3429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/>
          <p:cNvCxnSpPr>
            <a:stCxn id="36" idx="3"/>
            <a:endCxn id="37" idx="1"/>
          </p:cNvCxnSpPr>
          <p:nvPr/>
        </p:nvCxnSpPr>
        <p:spPr>
          <a:xfrm>
            <a:off x="4058791" y="2167160"/>
            <a:ext cx="938212" cy="40481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winkelte Verbindung 41"/>
          <p:cNvCxnSpPr>
            <a:stCxn id="37" idx="2"/>
            <a:endCxn id="38" idx="0"/>
          </p:cNvCxnSpPr>
          <p:nvPr/>
        </p:nvCxnSpPr>
        <p:spPr>
          <a:xfrm rot="16200000" flipH="1">
            <a:off x="5916959" y="3352227"/>
            <a:ext cx="604839" cy="6351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winkelte Verbindung 42"/>
          <p:cNvCxnSpPr>
            <a:stCxn id="36" idx="2"/>
            <a:endCxn id="38" idx="1"/>
          </p:cNvCxnSpPr>
          <p:nvPr/>
        </p:nvCxnSpPr>
        <p:spPr>
          <a:xfrm rot="16200000" flipH="1">
            <a:off x="3188047" y="2299715"/>
            <a:ext cx="1466851" cy="216376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2769283" y="803777"/>
            <a:ext cx="184082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 err="1" smtClean="0"/>
              <a:t>Defines</a:t>
            </a:r>
            <a:r>
              <a:rPr lang="de-DE" dirty="0" smtClean="0"/>
              <a:t> </a:t>
            </a:r>
            <a:r>
              <a:rPr lang="de-DE" dirty="0" err="1" smtClean="0"/>
              <a:t>Solvestep</a:t>
            </a:r>
            <a:endParaRPr lang="de-DE" dirty="0"/>
          </a:p>
        </p:txBody>
      </p:sp>
      <p:sp>
        <p:nvSpPr>
          <p:cNvPr id="45" name="Textfeld 44"/>
          <p:cNvSpPr txBox="1"/>
          <p:nvPr/>
        </p:nvSpPr>
        <p:spPr>
          <a:xfrm>
            <a:off x="970355" y="1068093"/>
            <a:ext cx="61427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 err="1" smtClean="0"/>
              <a:t>Calls</a:t>
            </a:r>
            <a:endParaRPr lang="de-DE" dirty="0"/>
          </a:p>
        </p:txBody>
      </p:sp>
      <p:sp>
        <p:nvSpPr>
          <p:cNvPr id="46" name="Textfeld 45"/>
          <p:cNvSpPr txBox="1"/>
          <p:nvPr/>
        </p:nvSpPr>
        <p:spPr>
          <a:xfrm>
            <a:off x="5306049" y="3144541"/>
            <a:ext cx="18203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 smtClean="0"/>
              <a:t>Element </a:t>
            </a:r>
            <a:r>
              <a:rPr lang="de-DE" dirty="0" err="1" smtClean="0"/>
              <a:t>matrices</a:t>
            </a:r>
            <a:endParaRPr lang="de-DE" dirty="0"/>
          </a:p>
        </p:txBody>
      </p:sp>
      <p:sp>
        <p:nvSpPr>
          <p:cNvPr id="47" name="Textfeld 46"/>
          <p:cNvSpPr txBox="1"/>
          <p:nvPr/>
        </p:nvSpPr>
        <p:spPr>
          <a:xfrm>
            <a:off x="4220761" y="2012379"/>
            <a:ext cx="61427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 err="1" smtClean="0"/>
              <a:t>Calls</a:t>
            </a:r>
            <a:endParaRPr lang="de-DE" dirty="0"/>
          </a:p>
        </p:txBody>
      </p:sp>
      <p:sp>
        <p:nvSpPr>
          <p:cNvPr id="48" name="Textfeld 47"/>
          <p:cNvSpPr txBox="1"/>
          <p:nvPr/>
        </p:nvSpPr>
        <p:spPr>
          <a:xfrm>
            <a:off x="2882199" y="3745691"/>
            <a:ext cx="172790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 smtClean="0"/>
              <a:t>Triggers </a:t>
            </a:r>
            <a:r>
              <a:rPr lang="de-DE" dirty="0" err="1" smtClean="0"/>
              <a:t>solution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299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Benutzerdefiniert</PresentationFormat>
  <Paragraphs>10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1</cp:revision>
  <dcterms:created xsi:type="dcterms:W3CDTF">2017-11-04T15:32:49Z</dcterms:created>
  <dcterms:modified xsi:type="dcterms:W3CDTF">2017-11-04T16:15:29Z</dcterms:modified>
</cp:coreProperties>
</file>