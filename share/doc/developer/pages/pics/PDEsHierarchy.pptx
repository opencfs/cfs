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39863" cy="3421063"/>
  <p:notesSz cx="6858000" cy="9144000"/>
  <p:defaultTextStyle>
    <a:defPPr>
      <a:defRPr lang="de-DE"/>
    </a:defPPr>
    <a:lvl1pPr marL="0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1pPr>
    <a:lvl2pPr marL="123413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2pPr>
    <a:lvl3pPr marL="246826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3pPr>
    <a:lvl4pPr marL="370239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4pPr>
    <a:lvl5pPr marL="493653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5pPr>
    <a:lvl6pPr marL="617066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6pPr>
    <a:lvl7pPr marL="740479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7pPr>
    <a:lvl8pPr marL="863892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8pPr>
    <a:lvl9pPr marL="987305" algn="l" defTabSz="246826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2" d="100"/>
          <a:sy n="162" d="100"/>
        </p:scale>
        <p:origin x="-3594" y="-84"/>
      </p:cViewPr>
      <p:guideLst>
        <p:guide orient="horz" pos="1078"/>
        <p:guide pos="4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7990" y="1062748"/>
            <a:ext cx="1223883" cy="733311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15980" y="1938602"/>
            <a:ext cx="1007904" cy="8742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3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68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70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936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170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40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63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87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7060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0271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3740" y="2198351"/>
            <a:ext cx="1223883" cy="679461"/>
          </a:xfrm>
        </p:spPr>
        <p:txBody>
          <a:bodyPr anchor="t"/>
          <a:lstStyle>
            <a:lvl1pPr algn="l">
              <a:defRPr sz="11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3740" y="1449994"/>
            <a:ext cx="1223883" cy="748357"/>
          </a:xfrm>
        </p:spPr>
        <p:txBody>
          <a:bodyPr anchor="b"/>
          <a:lstStyle>
            <a:lvl1pPr marL="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1pPr>
            <a:lvl2pPr marL="123413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46826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3pPr>
            <a:lvl4pPr marL="370239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493653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617066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740479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863892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987305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399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4249" y="418922"/>
            <a:ext cx="115489" cy="1185494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3736" y="418922"/>
            <a:ext cx="115489" cy="1185494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6322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93" y="137002"/>
            <a:ext cx="1295877" cy="570177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1993" y="765780"/>
            <a:ext cx="636190" cy="319141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23413" indent="0">
              <a:buNone/>
              <a:defRPr sz="600" b="1"/>
            </a:lvl2pPr>
            <a:lvl3pPr marL="246826" indent="0">
              <a:buNone/>
              <a:defRPr sz="500" b="1"/>
            </a:lvl3pPr>
            <a:lvl4pPr marL="370239" indent="0">
              <a:buNone/>
              <a:defRPr sz="400" b="1"/>
            </a:lvl4pPr>
            <a:lvl5pPr marL="493653" indent="0">
              <a:buNone/>
              <a:defRPr sz="400" b="1"/>
            </a:lvl5pPr>
            <a:lvl6pPr marL="617066" indent="0">
              <a:buNone/>
              <a:defRPr sz="400" b="1"/>
            </a:lvl6pPr>
            <a:lvl7pPr marL="740479" indent="0">
              <a:buNone/>
              <a:defRPr sz="400" b="1"/>
            </a:lvl7pPr>
            <a:lvl8pPr marL="863892" indent="0">
              <a:buNone/>
              <a:defRPr sz="400" b="1"/>
            </a:lvl8pPr>
            <a:lvl9pPr marL="987305" indent="0">
              <a:buNone/>
              <a:defRPr sz="4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71993" y="1084921"/>
            <a:ext cx="636190" cy="1971071"/>
          </a:xfrm>
        </p:spPr>
        <p:txBody>
          <a:bodyPr/>
          <a:lstStyle>
            <a:lvl1pPr>
              <a:defRPr sz="600"/>
            </a:lvl1pPr>
            <a:lvl2pPr>
              <a:defRPr sz="600"/>
            </a:lvl2pPr>
            <a:lvl3pPr>
              <a:defRPr sz="5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731432" y="765780"/>
            <a:ext cx="636439" cy="319141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23413" indent="0">
              <a:buNone/>
              <a:defRPr sz="600" b="1"/>
            </a:lvl2pPr>
            <a:lvl3pPr marL="246826" indent="0">
              <a:buNone/>
              <a:defRPr sz="500" b="1"/>
            </a:lvl3pPr>
            <a:lvl4pPr marL="370239" indent="0">
              <a:buNone/>
              <a:defRPr sz="400" b="1"/>
            </a:lvl4pPr>
            <a:lvl5pPr marL="493653" indent="0">
              <a:buNone/>
              <a:defRPr sz="400" b="1"/>
            </a:lvl5pPr>
            <a:lvl6pPr marL="617066" indent="0">
              <a:buNone/>
              <a:defRPr sz="400" b="1"/>
            </a:lvl6pPr>
            <a:lvl7pPr marL="740479" indent="0">
              <a:buNone/>
              <a:defRPr sz="400" b="1"/>
            </a:lvl7pPr>
            <a:lvl8pPr marL="863892" indent="0">
              <a:buNone/>
              <a:defRPr sz="400" b="1"/>
            </a:lvl8pPr>
            <a:lvl9pPr marL="987305" indent="0">
              <a:buNone/>
              <a:defRPr sz="4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731432" y="1084921"/>
            <a:ext cx="636439" cy="1971071"/>
          </a:xfrm>
        </p:spPr>
        <p:txBody>
          <a:bodyPr/>
          <a:lstStyle>
            <a:lvl1pPr>
              <a:defRPr sz="600"/>
            </a:lvl1pPr>
            <a:lvl2pPr>
              <a:defRPr sz="600"/>
            </a:lvl2pPr>
            <a:lvl3pPr>
              <a:defRPr sz="50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940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3020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9706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94" y="136210"/>
            <a:ext cx="473705" cy="579680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62946" y="136210"/>
            <a:ext cx="804924" cy="2919782"/>
          </a:xfrm>
        </p:spPr>
        <p:txBody>
          <a:bodyPr/>
          <a:lstStyle>
            <a:lvl1pPr>
              <a:defRPr sz="900"/>
            </a:lvl1pPr>
            <a:lvl2pPr>
              <a:defRPr sz="7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1994" y="715890"/>
            <a:ext cx="473705" cy="2340102"/>
          </a:xfrm>
        </p:spPr>
        <p:txBody>
          <a:bodyPr/>
          <a:lstStyle>
            <a:lvl1pPr marL="0" indent="0">
              <a:buNone/>
              <a:defRPr sz="400"/>
            </a:lvl1pPr>
            <a:lvl2pPr marL="123413" indent="0">
              <a:buNone/>
              <a:defRPr sz="300"/>
            </a:lvl2pPr>
            <a:lvl3pPr marL="246826" indent="0">
              <a:buNone/>
              <a:defRPr sz="200"/>
            </a:lvl3pPr>
            <a:lvl4pPr marL="370239" indent="0">
              <a:buNone/>
              <a:defRPr sz="200"/>
            </a:lvl4pPr>
            <a:lvl5pPr marL="493653" indent="0">
              <a:buNone/>
              <a:defRPr sz="200"/>
            </a:lvl5pPr>
            <a:lvl6pPr marL="617066" indent="0">
              <a:buNone/>
              <a:defRPr sz="200"/>
            </a:lvl6pPr>
            <a:lvl7pPr marL="740479" indent="0">
              <a:buNone/>
              <a:defRPr sz="200"/>
            </a:lvl7pPr>
            <a:lvl8pPr marL="863892" indent="0">
              <a:buNone/>
              <a:defRPr sz="200"/>
            </a:lvl8pPr>
            <a:lvl9pPr marL="987305" indent="0">
              <a:buNone/>
              <a:defRPr sz="2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6177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2224" y="2394745"/>
            <a:ext cx="863918" cy="282713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82224" y="305679"/>
            <a:ext cx="863918" cy="2052638"/>
          </a:xfrm>
        </p:spPr>
        <p:txBody>
          <a:bodyPr/>
          <a:lstStyle>
            <a:lvl1pPr marL="0" indent="0">
              <a:buNone/>
              <a:defRPr sz="900"/>
            </a:lvl1pPr>
            <a:lvl2pPr marL="123413" indent="0">
              <a:buNone/>
              <a:defRPr sz="700"/>
            </a:lvl2pPr>
            <a:lvl3pPr marL="246826" indent="0">
              <a:buNone/>
              <a:defRPr sz="600"/>
            </a:lvl3pPr>
            <a:lvl4pPr marL="370239" indent="0">
              <a:buNone/>
              <a:defRPr sz="600"/>
            </a:lvl4pPr>
            <a:lvl5pPr marL="493653" indent="0">
              <a:buNone/>
              <a:defRPr sz="600"/>
            </a:lvl5pPr>
            <a:lvl6pPr marL="617066" indent="0">
              <a:buNone/>
              <a:defRPr sz="600"/>
            </a:lvl6pPr>
            <a:lvl7pPr marL="740479" indent="0">
              <a:buNone/>
              <a:defRPr sz="600"/>
            </a:lvl7pPr>
            <a:lvl8pPr marL="863892" indent="0">
              <a:buNone/>
              <a:defRPr sz="600"/>
            </a:lvl8pPr>
            <a:lvl9pPr marL="987305" indent="0">
              <a:buNone/>
              <a:defRPr sz="6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82224" y="2677457"/>
            <a:ext cx="863918" cy="401500"/>
          </a:xfrm>
        </p:spPr>
        <p:txBody>
          <a:bodyPr/>
          <a:lstStyle>
            <a:lvl1pPr marL="0" indent="0">
              <a:buNone/>
              <a:defRPr sz="400"/>
            </a:lvl1pPr>
            <a:lvl2pPr marL="123413" indent="0">
              <a:buNone/>
              <a:defRPr sz="300"/>
            </a:lvl2pPr>
            <a:lvl3pPr marL="246826" indent="0">
              <a:buNone/>
              <a:defRPr sz="200"/>
            </a:lvl3pPr>
            <a:lvl4pPr marL="370239" indent="0">
              <a:buNone/>
              <a:defRPr sz="200"/>
            </a:lvl4pPr>
            <a:lvl5pPr marL="493653" indent="0">
              <a:buNone/>
              <a:defRPr sz="200"/>
            </a:lvl5pPr>
            <a:lvl6pPr marL="617066" indent="0">
              <a:buNone/>
              <a:defRPr sz="200"/>
            </a:lvl6pPr>
            <a:lvl7pPr marL="740479" indent="0">
              <a:buNone/>
              <a:defRPr sz="200"/>
            </a:lvl7pPr>
            <a:lvl8pPr marL="863892" indent="0">
              <a:buNone/>
              <a:defRPr sz="200"/>
            </a:lvl8pPr>
            <a:lvl9pPr marL="987305" indent="0">
              <a:buNone/>
              <a:defRPr sz="2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004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2032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205481" y="72065"/>
            <a:ext cx="63744" cy="15323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4249" y="72065"/>
            <a:ext cx="167234" cy="15323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1913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1993" y="137002"/>
            <a:ext cx="1295877" cy="570177"/>
          </a:xfrm>
          <a:prstGeom prst="rect">
            <a:avLst/>
          </a:prstGeom>
        </p:spPr>
        <p:txBody>
          <a:bodyPr vert="horz" lIns="24683" tIns="12342" rIns="24683" bIns="12342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1993" y="798248"/>
            <a:ext cx="1295877" cy="2257744"/>
          </a:xfrm>
          <a:prstGeom prst="rect">
            <a:avLst/>
          </a:prstGeom>
        </p:spPr>
        <p:txBody>
          <a:bodyPr vert="horz" lIns="24683" tIns="12342" rIns="24683" bIns="12342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1994" y="3170820"/>
            <a:ext cx="335968" cy="182140"/>
          </a:xfrm>
          <a:prstGeom prst="rect">
            <a:avLst/>
          </a:prstGeom>
        </p:spPr>
        <p:txBody>
          <a:bodyPr vert="horz" lIns="24683" tIns="12342" rIns="24683" bIns="12342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9B746-28C1-4EA8-9E3D-AF5E89E5F5E6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91954" y="3170820"/>
            <a:ext cx="455956" cy="182140"/>
          </a:xfrm>
          <a:prstGeom prst="rect">
            <a:avLst/>
          </a:prstGeom>
        </p:spPr>
        <p:txBody>
          <a:bodyPr vert="horz" lIns="24683" tIns="12342" rIns="24683" bIns="12342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1902" y="3170820"/>
            <a:ext cx="335968" cy="182140"/>
          </a:xfrm>
          <a:prstGeom prst="rect">
            <a:avLst/>
          </a:prstGeom>
        </p:spPr>
        <p:txBody>
          <a:bodyPr vert="horz" lIns="24683" tIns="12342" rIns="24683" bIns="12342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35F6B-AFF3-4053-A41B-3975A30112D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719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46826" rtl="0" eaLnBrk="1" latinLnBrk="0" hangingPunct="1">
        <a:spcBef>
          <a:spcPct val="0"/>
        </a:spcBef>
        <a:buNone/>
        <a:defRPr sz="1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2560" indent="-92560" algn="l" defTabSz="246826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00547" indent="-77134" algn="l" defTabSz="246826" rtl="0" eaLnBrk="1" latinLnBrk="0" hangingPunct="1">
        <a:spcBef>
          <a:spcPct val="20000"/>
        </a:spcBef>
        <a:buFont typeface="Arial" panose="020B0604020202020204" pitchFamily="34" charset="0"/>
        <a:buChar char="–"/>
        <a:defRPr sz="700" kern="1200">
          <a:solidFill>
            <a:schemeClr val="tx1"/>
          </a:solidFill>
          <a:latin typeface="+mn-lt"/>
          <a:ea typeface="+mn-ea"/>
          <a:cs typeface="+mn-cs"/>
        </a:defRPr>
      </a:lvl2pPr>
      <a:lvl3pPr marL="308533" indent="-61707" algn="l" defTabSz="246826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31946" indent="-61707" algn="l" defTabSz="246826" rtl="0" eaLnBrk="1" latinLnBrk="0" hangingPunct="1">
        <a:spcBef>
          <a:spcPct val="20000"/>
        </a:spcBef>
        <a:buFont typeface="Arial" panose="020B0604020202020204" pitchFamily="34" charset="0"/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555360" indent="-61707" algn="l" defTabSz="246826" rtl="0" eaLnBrk="1" latinLnBrk="0" hangingPunct="1">
        <a:spcBef>
          <a:spcPct val="20000"/>
        </a:spcBef>
        <a:buFont typeface="Arial" panose="020B0604020202020204" pitchFamily="34" charset="0"/>
        <a:buChar char="»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678773" indent="-61707" algn="l" defTabSz="246826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802186" indent="-61707" algn="l" defTabSz="246826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925599" indent="-61707" algn="l" defTabSz="246826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049012" indent="-61707" algn="l" defTabSz="246826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1pPr>
      <a:lvl2pPr marL="123413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2pPr>
      <a:lvl3pPr marL="246826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370239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4pPr>
      <a:lvl5pPr marL="493653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5pPr>
      <a:lvl6pPr marL="617066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6pPr>
      <a:lvl7pPr marL="740479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7pPr>
      <a:lvl8pPr marL="863892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8pPr>
      <a:lvl9pPr marL="987305" algn="l" defTabSz="246826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6944" r="47631" b="36768"/>
          <a:stretch/>
        </p:blipFill>
        <p:spPr bwMode="auto">
          <a:xfrm>
            <a:off x="143867" y="126355"/>
            <a:ext cx="1232673" cy="3240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904854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1</cp:revision>
  <dcterms:created xsi:type="dcterms:W3CDTF">2017-11-04T14:31:23Z</dcterms:created>
  <dcterms:modified xsi:type="dcterms:W3CDTF">2017-11-04T14:32:54Z</dcterms:modified>
</cp:coreProperties>
</file>