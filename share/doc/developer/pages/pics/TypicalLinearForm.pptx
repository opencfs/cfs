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5040313" cy="1979613"/>
  <p:notesSz cx="6858000" cy="9144000"/>
  <p:defaultTextStyle>
    <a:defPPr>
      <a:defRPr lang="de-DE"/>
    </a:defPPr>
    <a:lvl1pPr marL="0" algn="l" defTabSz="829178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414589" algn="l" defTabSz="829178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829178" algn="l" defTabSz="829178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243767" algn="l" defTabSz="829178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1658356" algn="l" defTabSz="829178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2072945" algn="l" defTabSz="829178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2487534" algn="l" defTabSz="829178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2902123" algn="l" defTabSz="829178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3316712" algn="l" defTabSz="829178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453" autoAdjust="0"/>
  </p:normalViewPr>
  <p:slideViewPr>
    <p:cSldViewPr>
      <p:cViewPr varScale="1">
        <p:scale>
          <a:sx n="253" d="100"/>
          <a:sy n="253" d="100"/>
        </p:scale>
        <p:origin x="-84" y="-258"/>
      </p:cViewPr>
      <p:guideLst>
        <p:guide orient="horz" pos="624"/>
        <p:guide pos="15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378024" y="614963"/>
            <a:ext cx="4284266" cy="424334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756048" y="1121781"/>
            <a:ext cx="3528220" cy="505901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145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91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437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583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729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875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021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3167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smtClean="0"/>
              <a:t>Formatvorlage des Untertitelmasters durch Klicken bearbeiten</a:t>
            </a:r>
            <a:endParaRPr lang="de-AT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90E5E-F553-405A-9793-BEA0A9622C45}" type="datetimeFigureOut">
              <a:rPr lang="de-AT" smtClean="0"/>
              <a:t>04.11.2017</a:t>
            </a:fld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C19FD-30DB-496F-A697-133A8DF1A96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918422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90E5E-F553-405A-9793-BEA0A9622C45}" type="datetimeFigureOut">
              <a:rPr lang="de-AT" smtClean="0"/>
              <a:t>04.11.2017</a:t>
            </a:fld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C19FD-30DB-496F-A697-133A8DF1A96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48588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98150" y="1272089"/>
            <a:ext cx="4284266" cy="393173"/>
          </a:xfrm>
        </p:spPr>
        <p:txBody>
          <a:bodyPr anchor="t"/>
          <a:lstStyle>
            <a:lvl1pPr algn="l">
              <a:defRPr sz="3600" b="1" cap="all"/>
            </a:lvl1pPr>
          </a:lstStyle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398150" y="839045"/>
            <a:ext cx="4284266" cy="433041"/>
          </a:xfrm>
        </p:spPr>
        <p:txBody>
          <a:bodyPr anchor="b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1458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829178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3pPr>
            <a:lvl4pPr marL="1243767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658356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207294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487534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902123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3316712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90E5E-F553-405A-9793-BEA0A9622C45}" type="datetimeFigureOut">
              <a:rPr lang="de-AT" smtClean="0"/>
              <a:t>04.11.2017</a:t>
            </a:fld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C19FD-30DB-496F-A697-133A8DF1A96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225578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252016" y="290986"/>
            <a:ext cx="2226138" cy="823464"/>
          </a:xfrm>
        </p:spPr>
        <p:txBody>
          <a:bodyPr/>
          <a:lstStyle>
            <a:lvl1pPr>
              <a:defRPr sz="2500"/>
            </a:lvl1pPr>
            <a:lvl2pPr>
              <a:defRPr sz="22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2562159" y="290986"/>
            <a:ext cx="2226138" cy="823464"/>
          </a:xfrm>
        </p:spPr>
        <p:txBody>
          <a:bodyPr/>
          <a:lstStyle>
            <a:lvl1pPr>
              <a:defRPr sz="2500"/>
            </a:lvl1pPr>
            <a:lvl2pPr>
              <a:defRPr sz="22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90E5E-F553-405A-9793-BEA0A9622C45}" type="datetimeFigureOut">
              <a:rPr lang="de-AT" smtClean="0"/>
              <a:t>04.11.2017</a:t>
            </a:fld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C19FD-30DB-496F-A697-133A8DF1A96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560896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52016" y="79276"/>
            <a:ext cx="4536281" cy="329936"/>
          </a:xfrm>
        </p:spPr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252016" y="443125"/>
            <a:ext cx="2227014" cy="184672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14589" indent="0">
              <a:buNone/>
              <a:defRPr sz="1800" b="1"/>
            </a:lvl2pPr>
            <a:lvl3pPr marL="829178" indent="0">
              <a:buNone/>
              <a:defRPr sz="1600" b="1"/>
            </a:lvl3pPr>
            <a:lvl4pPr marL="1243767" indent="0">
              <a:buNone/>
              <a:defRPr sz="1500" b="1"/>
            </a:lvl4pPr>
            <a:lvl5pPr marL="1658356" indent="0">
              <a:buNone/>
              <a:defRPr sz="1500" b="1"/>
            </a:lvl5pPr>
            <a:lvl6pPr marL="2072945" indent="0">
              <a:buNone/>
              <a:defRPr sz="1500" b="1"/>
            </a:lvl6pPr>
            <a:lvl7pPr marL="2487534" indent="0">
              <a:buNone/>
              <a:defRPr sz="1500" b="1"/>
            </a:lvl7pPr>
            <a:lvl8pPr marL="2902123" indent="0">
              <a:buNone/>
              <a:defRPr sz="1500" b="1"/>
            </a:lvl8pPr>
            <a:lvl9pPr marL="3316712" indent="0">
              <a:buNone/>
              <a:defRPr sz="15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252016" y="627795"/>
            <a:ext cx="2227014" cy="1140569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2560412" y="443125"/>
            <a:ext cx="2227889" cy="184672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14589" indent="0">
              <a:buNone/>
              <a:defRPr sz="1800" b="1"/>
            </a:lvl2pPr>
            <a:lvl3pPr marL="829178" indent="0">
              <a:buNone/>
              <a:defRPr sz="1600" b="1"/>
            </a:lvl3pPr>
            <a:lvl4pPr marL="1243767" indent="0">
              <a:buNone/>
              <a:defRPr sz="1500" b="1"/>
            </a:lvl4pPr>
            <a:lvl5pPr marL="1658356" indent="0">
              <a:buNone/>
              <a:defRPr sz="1500" b="1"/>
            </a:lvl5pPr>
            <a:lvl6pPr marL="2072945" indent="0">
              <a:buNone/>
              <a:defRPr sz="1500" b="1"/>
            </a:lvl6pPr>
            <a:lvl7pPr marL="2487534" indent="0">
              <a:buNone/>
              <a:defRPr sz="1500" b="1"/>
            </a:lvl7pPr>
            <a:lvl8pPr marL="2902123" indent="0">
              <a:buNone/>
              <a:defRPr sz="1500" b="1"/>
            </a:lvl8pPr>
            <a:lvl9pPr marL="3316712" indent="0">
              <a:buNone/>
              <a:defRPr sz="15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2560412" y="627795"/>
            <a:ext cx="2227889" cy="1140569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90E5E-F553-405A-9793-BEA0A9622C45}" type="datetimeFigureOut">
              <a:rPr lang="de-AT" smtClean="0"/>
              <a:t>04.11.2017</a:t>
            </a:fld>
            <a:endParaRPr lang="de-AT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C19FD-30DB-496F-A697-133A8DF1A96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340180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90E5E-F553-405A-9793-BEA0A9622C45}" type="datetimeFigureOut">
              <a:rPr lang="de-AT" smtClean="0"/>
              <a:t>04.11.2017</a:t>
            </a:fld>
            <a:endParaRPr lang="de-AT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C19FD-30DB-496F-A697-133A8DF1A96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995274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90E5E-F553-405A-9793-BEA0A9622C45}" type="datetimeFigureOut">
              <a:rPr lang="de-AT" smtClean="0"/>
              <a:t>04.11.2017</a:t>
            </a:fld>
            <a:endParaRPr lang="de-AT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C19FD-30DB-496F-A697-133A8DF1A96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037827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52018" y="78820"/>
            <a:ext cx="1658227" cy="335434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1970622" y="78821"/>
            <a:ext cx="2817676" cy="1689544"/>
          </a:xfrm>
        </p:spPr>
        <p:txBody>
          <a:bodyPr/>
          <a:lstStyle>
            <a:lvl1pPr>
              <a:defRPr sz="2900"/>
            </a:lvl1pPr>
            <a:lvl2pPr>
              <a:defRPr sz="2500"/>
            </a:lvl2pPr>
            <a:lvl3pPr>
              <a:defRPr sz="22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252018" y="414252"/>
            <a:ext cx="1658227" cy="1354110"/>
          </a:xfrm>
        </p:spPr>
        <p:txBody>
          <a:bodyPr/>
          <a:lstStyle>
            <a:lvl1pPr marL="0" indent="0">
              <a:buNone/>
              <a:defRPr sz="1300"/>
            </a:lvl1pPr>
            <a:lvl2pPr marL="414589" indent="0">
              <a:buNone/>
              <a:defRPr sz="1100"/>
            </a:lvl2pPr>
            <a:lvl3pPr marL="829178" indent="0">
              <a:buNone/>
              <a:defRPr sz="900"/>
            </a:lvl3pPr>
            <a:lvl4pPr marL="1243767" indent="0">
              <a:buNone/>
              <a:defRPr sz="800"/>
            </a:lvl4pPr>
            <a:lvl5pPr marL="1658356" indent="0">
              <a:buNone/>
              <a:defRPr sz="800"/>
            </a:lvl5pPr>
            <a:lvl6pPr marL="2072945" indent="0">
              <a:buNone/>
              <a:defRPr sz="800"/>
            </a:lvl6pPr>
            <a:lvl7pPr marL="2487534" indent="0">
              <a:buNone/>
              <a:defRPr sz="800"/>
            </a:lvl7pPr>
            <a:lvl8pPr marL="2902123" indent="0">
              <a:buNone/>
              <a:defRPr sz="800"/>
            </a:lvl8pPr>
            <a:lvl9pPr marL="3316712" indent="0">
              <a:buNone/>
              <a:defRPr sz="8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90E5E-F553-405A-9793-BEA0A9622C45}" type="datetimeFigureOut">
              <a:rPr lang="de-AT" smtClean="0"/>
              <a:t>04.11.2017</a:t>
            </a:fld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C19FD-30DB-496F-A697-133A8DF1A96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234155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87937" y="1385733"/>
            <a:ext cx="3024188" cy="163593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987937" y="176886"/>
            <a:ext cx="3024188" cy="1187768"/>
          </a:xfrm>
        </p:spPr>
        <p:txBody>
          <a:bodyPr/>
          <a:lstStyle>
            <a:lvl1pPr marL="0" indent="0">
              <a:buNone/>
              <a:defRPr sz="2900"/>
            </a:lvl1pPr>
            <a:lvl2pPr marL="414589" indent="0">
              <a:buNone/>
              <a:defRPr sz="2500"/>
            </a:lvl2pPr>
            <a:lvl3pPr marL="829178" indent="0">
              <a:buNone/>
              <a:defRPr sz="2200"/>
            </a:lvl3pPr>
            <a:lvl4pPr marL="1243767" indent="0">
              <a:buNone/>
              <a:defRPr sz="1800"/>
            </a:lvl4pPr>
            <a:lvl5pPr marL="1658356" indent="0">
              <a:buNone/>
              <a:defRPr sz="1800"/>
            </a:lvl5pPr>
            <a:lvl6pPr marL="2072945" indent="0">
              <a:buNone/>
              <a:defRPr sz="1800"/>
            </a:lvl6pPr>
            <a:lvl7pPr marL="2487534" indent="0">
              <a:buNone/>
              <a:defRPr sz="1800"/>
            </a:lvl7pPr>
            <a:lvl8pPr marL="2902123" indent="0">
              <a:buNone/>
              <a:defRPr sz="1800"/>
            </a:lvl8pPr>
            <a:lvl9pPr marL="3316712" indent="0">
              <a:buNone/>
              <a:defRPr sz="1800"/>
            </a:lvl9pPr>
          </a:lstStyle>
          <a:p>
            <a:endParaRPr lang="de-AT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987937" y="1549322"/>
            <a:ext cx="3024188" cy="232330"/>
          </a:xfrm>
        </p:spPr>
        <p:txBody>
          <a:bodyPr/>
          <a:lstStyle>
            <a:lvl1pPr marL="0" indent="0">
              <a:buNone/>
              <a:defRPr sz="1300"/>
            </a:lvl1pPr>
            <a:lvl2pPr marL="414589" indent="0">
              <a:buNone/>
              <a:defRPr sz="1100"/>
            </a:lvl2pPr>
            <a:lvl3pPr marL="829178" indent="0">
              <a:buNone/>
              <a:defRPr sz="900"/>
            </a:lvl3pPr>
            <a:lvl4pPr marL="1243767" indent="0">
              <a:buNone/>
              <a:defRPr sz="800"/>
            </a:lvl4pPr>
            <a:lvl5pPr marL="1658356" indent="0">
              <a:buNone/>
              <a:defRPr sz="800"/>
            </a:lvl5pPr>
            <a:lvl6pPr marL="2072945" indent="0">
              <a:buNone/>
              <a:defRPr sz="800"/>
            </a:lvl6pPr>
            <a:lvl7pPr marL="2487534" indent="0">
              <a:buNone/>
              <a:defRPr sz="800"/>
            </a:lvl7pPr>
            <a:lvl8pPr marL="2902123" indent="0">
              <a:buNone/>
              <a:defRPr sz="800"/>
            </a:lvl8pPr>
            <a:lvl9pPr marL="3316712" indent="0">
              <a:buNone/>
              <a:defRPr sz="8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90E5E-F553-405A-9793-BEA0A9622C45}" type="datetimeFigureOut">
              <a:rPr lang="de-AT" smtClean="0"/>
              <a:t>04.11.2017</a:t>
            </a:fld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C19FD-30DB-496F-A697-133A8DF1A96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964476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90E5E-F553-405A-9793-BEA0A9622C45}" type="datetimeFigureOut">
              <a:rPr lang="de-AT" smtClean="0"/>
              <a:t>04.11.2017</a:t>
            </a:fld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C19FD-30DB-496F-A697-133A8DF1A96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2019072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3654227" y="49949"/>
            <a:ext cx="1134071" cy="1064500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252016" y="49949"/>
            <a:ext cx="3318206" cy="1064500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90E5E-F553-405A-9793-BEA0A9622C45}" type="datetimeFigureOut">
              <a:rPr lang="de-AT" smtClean="0"/>
              <a:t>04.11.2017</a:t>
            </a:fld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C19FD-30DB-496F-A697-133A8DF1A96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617935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252016" y="79276"/>
            <a:ext cx="4536281" cy="329936"/>
          </a:xfrm>
          <a:prstGeom prst="rect">
            <a:avLst/>
          </a:prstGeom>
        </p:spPr>
        <p:txBody>
          <a:bodyPr vert="horz" lIns="82918" tIns="41459" rIns="82918" bIns="41459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252016" y="461909"/>
            <a:ext cx="4536281" cy="1306454"/>
          </a:xfrm>
          <a:prstGeom prst="rect">
            <a:avLst/>
          </a:prstGeom>
        </p:spPr>
        <p:txBody>
          <a:bodyPr vert="horz" lIns="82918" tIns="41459" rIns="82918" bIns="41459" rtlCol="0">
            <a:normAutofit/>
          </a:bodyPr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252016" y="1834809"/>
            <a:ext cx="1176073" cy="105396"/>
          </a:xfrm>
          <a:prstGeom prst="rect">
            <a:avLst/>
          </a:prstGeom>
        </p:spPr>
        <p:txBody>
          <a:bodyPr vert="horz" lIns="82918" tIns="41459" rIns="82918" bIns="41459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390E5E-F553-405A-9793-BEA0A9622C45}" type="datetimeFigureOut">
              <a:rPr lang="de-AT" smtClean="0"/>
              <a:t>04.11.2017</a:t>
            </a:fld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722108" y="1834809"/>
            <a:ext cx="1596098" cy="105396"/>
          </a:xfrm>
          <a:prstGeom prst="rect">
            <a:avLst/>
          </a:prstGeom>
        </p:spPr>
        <p:txBody>
          <a:bodyPr vert="horz" lIns="82918" tIns="41459" rIns="82918" bIns="41459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3612225" y="1834809"/>
            <a:ext cx="1176073" cy="105396"/>
          </a:xfrm>
          <a:prstGeom prst="rect">
            <a:avLst/>
          </a:prstGeom>
        </p:spPr>
        <p:txBody>
          <a:bodyPr vert="horz" lIns="82918" tIns="41459" rIns="82918" bIns="41459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9C19FD-30DB-496F-A697-133A8DF1A96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054159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829178" rtl="0" eaLnBrk="1" latinLnBrk="0" hangingPunct="1"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10942" indent="-310942" algn="l" defTabSz="829178" rtl="0" eaLnBrk="1" latinLnBrk="0" hangingPunct="1">
        <a:spcBef>
          <a:spcPct val="20000"/>
        </a:spcBef>
        <a:buFont typeface="Arial" panose="020B0604020202020204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73707" indent="-259118" algn="l" defTabSz="829178" rtl="0" eaLnBrk="1" latinLnBrk="0" hangingPunct="1">
        <a:spcBef>
          <a:spcPct val="20000"/>
        </a:spcBef>
        <a:buFont typeface="Arial" panose="020B0604020202020204" pitchFamily="34" charset="0"/>
        <a:buChar char="–"/>
        <a:defRPr sz="2500" kern="1200">
          <a:solidFill>
            <a:schemeClr val="tx1"/>
          </a:solidFill>
          <a:latin typeface="+mn-lt"/>
          <a:ea typeface="+mn-ea"/>
          <a:cs typeface="+mn-cs"/>
        </a:defRPr>
      </a:lvl2pPr>
      <a:lvl3pPr marL="1036472" indent="-207294" algn="l" defTabSz="829178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451061" indent="-207294" algn="l" defTabSz="829178" rtl="0" eaLnBrk="1" latinLnBrk="0" hangingPunct="1">
        <a:spcBef>
          <a:spcPct val="20000"/>
        </a:spcBef>
        <a:buFont typeface="Arial" panose="020B06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650" indent="-207294" algn="l" defTabSz="829178" rtl="0" eaLnBrk="1" latinLnBrk="0" hangingPunct="1">
        <a:spcBef>
          <a:spcPct val="20000"/>
        </a:spcBef>
        <a:buFont typeface="Arial" panose="020B0604020202020204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0239" indent="-207294" algn="l" defTabSz="829178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94828" indent="-207294" algn="l" defTabSz="829178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09417" indent="-207294" algn="l" defTabSz="829178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524006" indent="-207294" algn="l" defTabSz="829178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829178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14589" algn="l" defTabSz="829178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29178" algn="l" defTabSz="829178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43767" algn="l" defTabSz="829178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58356" algn="l" defTabSz="829178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72945" algn="l" defTabSz="829178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87534" algn="l" defTabSz="829178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902123" algn="l" defTabSz="829178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316712" algn="l" defTabSz="829178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hteck 66"/>
          <p:cNvSpPr/>
          <p:nvPr/>
        </p:nvSpPr>
        <p:spPr>
          <a:xfrm>
            <a:off x="3168228" y="1181542"/>
            <a:ext cx="1800200" cy="7411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 smtClean="0"/>
              <a:t>CoefFunction</a:t>
            </a:r>
            <a:endParaRPr lang="de-DE" dirty="0" smtClean="0"/>
          </a:p>
          <a:p>
            <a:pPr algn="ctr"/>
            <a:r>
              <a:rPr lang="de-DE" sz="1400" dirty="0" smtClean="0"/>
              <a:t>e.g. </a:t>
            </a:r>
            <a:r>
              <a:rPr lang="de-DE" sz="1400" dirty="0" err="1" smtClean="0"/>
              <a:t>source</a:t>
            </a:r>
            <a:r>
              <a:rPr lang="de-DE" sz="1400" dirty="0" smtClean="0"/>
              <a:t> </a:t>
            </a:r>
            <a:r>
              <a:rPr lang="de-DE" sz="1400" dirty="0" err="1" smtClean="0"/>
              <a:t>density</a:t>
            </a:r>
            <a:endParaRPr lang="de-DE" sz="1400" dirty="0"/>
          </a:p>
        </p:txBody>
      </p:sp>
      <p:sp>
        <p:nvSpPr>
          <p:cNvPr id="68" name="Rechteck 67"/>
          <p:cNvSpPr/>
          <p:nvPr/>
        </p:nvSpPr>
        <p:spPr>
          <a:xfrm>
            <a:off x="71883" y="1181542"/>
            <a:ext cx="2952327" cy="7411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mtClean="0"/>
              <a:t>BOperator</a:t>
            </a:r>
            <a:endParaRPr lang="de-DE" dirty="0"/>
          </a:p>
          <a:p>
            <a:pPr algn="ctr"/>
            <a:r>
              <a:rPr lang="de-DE" sz="1400" dirty="0" err="1" smtClean="0"/>
              <a:t>shape</a:t>
            </a:r>
            <a:r>
              <a:rPr lang="de-DE" sz="1400" dirty="0" smtClean="0"/>
              <a:t> </a:t>
            </a:r>
            <a:r>
              <a:rPr lang="de-DE" sz="1400" dirty="0" err="1" smtClean="0"/>
              <a:t>function</a:t>
            </a:r>
            <a:r>
              <a:rPr lang="de-DE" sz="1400" dirty="0" smtClean="0"/>
              <a:t> </a:t>
            </a:r>
            <a:r>
              <a:rPr lang="de-DE" sz="1400" dirty="0" err="1" smtClean="0"/>
              <a:t>itself</a:t>
            </a:r>
            <a:r>
              <a:rPr lang="de-DE" sz="1400" dirty="0" smtClean="0"/>
              <a:t> (</a:t>
            </a:r>
            <a:r>
              <a:rPr lang="de-DE" sz="1400" dirty="0" err="1" smtClean="0"/>
              <a:t>IdentityOperator</a:t>
            </a:r>
            <a:r>
              <a:rPr lang="de-DE" sz="1400" dirty="0" smtClean="0"/>
              <a:t>)</a:t>
            </a:r>
            <a:endParaRPr lang="de-DE" sz="1400" dirty="0"/>
          </a:p>
        </p:txBody>
      </p:sp>
      <p:cxnSp>
        <p:nvCxnSpPr>
          <p:cNvPr id="69" name="Gerade Verbindung mit Pfeil 68"/>
          <p:cNvCxnSpPr>
            <a:stCxn id="67" idx="0"/>
          </p:cNvCxnSpPr>
          <p:nvPr/>
        </p:nvCxnSpPr>
        <p:spPr>
          <a:xfrm flipH="1" flipV="1">
            <a:off x="1800075" y="482487"/>
            <a:ext cx="2268253" cy="6990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0" name="Gerade Verbindung mit Pfeil 69"/>
          <p:cNvCxnSpPr>
            <a:stCxn id="68" idx="0"/>
          </p:cNvCxnSpPr>
          <p:nvPr/>
        </p:nvCxnSpPr>
        <p:spPr>
          <a:xfrm flipV="1">
            <a:off x="1548047" y="485750"/>
            <a:ext cx="108013" cy="69579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71" name="Grafik 7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8656" y="53702"/>
            <a:ext cx="933467" cy="644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840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78,525"/>
  <p:tag name="ORIGINALWIDTH" val="259,5362"/>
  <p:tag name="OUTPUTDPI" val="600"/>
  <p:tag name="LATEXADDIN" val="\documentclass{report}\pagestyle{empty}&#10;\usepackage{bm}&#10;&#10;\newcommand{\laplace}{\mbox{\setlength{\unitlength}{0.1em}%&#10;                            \begin{picture}(20,10)%&#10;                              \put(2,3){\circle{4}}%&#10;                              \put(4,3){\line(1,0){13}}%&#10;                              \put(18,3){\circle*{4}}%&#10;                            \end{picture}%&#10;                           }%&#10;                     }%&#10;&#10;\newcommand{\rd}{{\,\rm d}}&#10;\newcommand{\ra}{{\,\rm a}}&#10;&#10;\begin{document}&#10;&#10;\[&#10; \int\limits _\Omega  \varphi \ q \ &#10;\textrm{d}\Omega&#10;\]&#10;&#10;&#10;\end{document}&#10;"/>
  <p:tag name="IGUANATEXSIZE" val="20"/>
  <p:tag name="IGUANATEXCURSOR" val="543"/>
  <p:tag name="TRANSPARENCY" val="Wahr"/>
  <p:tag name="FILENAME" val=""/>
  <p:tag name="INPUTTYPE" val="0"/>
  <p:tag name="LATEXENGINEID" val="1"/>
  <p:tag name="TEMPFOLDER" val="C:\Users\mkaltenb\tmp\"/>
</p:tagLst>
</file>

<file path=ppt/theme/theme1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</Words>
  <Application>Microsoft Office PowerPoint</Application>
  <PresentationFormat>Benutzerdefiniert</PresentationFormat>
  <Paragraphs>4</Paragraphs>
  <Slides>1</Slides>
  <Notes>0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2" baseType="lpstr">
      <vt:lpstr>Larissa</vt:lpstr>
      <vt:lpstr>PowerPoint-Präsentation</vt:lpstr>
    </vt:vector>
  </TitlesOfParts>
  <Company>TU Wien - Campusversion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mkaltenb</dc:creator>
  <cp:lastModifiedBy>mkaltenb</cp:lastModifiedBy>
  <cp:revision>7</cp:revision>
  <dcterms:created xsi:type="dcterms:W3CDTF">2017-11-04T10:45:44Z</dcterms:created>
  <dcterms:modified xsi:type="dcterms:W3CDTF">2017-11-04T16:15:39Z</dcterms:modified>
</cp:coreProperties>
</file>