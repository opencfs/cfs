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561263" cy="1620838"/>
  <p:notesSz cx="6858000" cy="9144000"/>
  <p:defaultTextStyle>
    <a:defPPr>
      <a:defRPr lang="de-DE"/>
    </a:defPPr>
    <a:lvl1pPr marL="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6004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2009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8013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4018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80022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6027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2031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8036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0" d="100"/>
          <a:sy n="160" d="100"/>
        </p:scale>
        <p:origin x="-84" y="-1020"/>
      </p:cViewPr>
      <p:guideLst>
        <p:guide orient="horz" pos="511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7096" y="503510"/>
            <a:ext cx="6427074" cy="34743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34190" y="918475"/>
            <a:ext cx="5292884" cy="41421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20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80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20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2778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32196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7287" y="1041539"/>
            <a:ext cx="6427074" cy="321917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97287" y="686981"/>
            <a:ext cx="6427074" cy="354559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62169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97989" y="297904"/>
            <a:ext cx="2616249" cy="842311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040258" y="297904"/>
            <a:ext cx="2616250" cy="842311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7022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78066" y="64909"/>
            <a:ext cx="6805137" cy="27014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78063" y="362813"/>
            <a:ext cx="3340871" cy="151203"/>
          </a:xfrm>
        </p:spPr>
        <p:txBody>
          <a:bodyPr anchor="b"/>
          <a:lstStyle>
            <a:lvl1pPr marL="0" indent="0">
              <a:buNone/>
              <a:defRPr sz="1900" b="1"/>
            </a:lvl1pPr>
            <a:lvl2pPr marL="360045" indent="0">
              <a:buNone/>
              <a:defRPr sz="1600" b="1"/>
            </a:lvl2pPr>
            <a:lvl3pPr marL="720090" indent="0">
              <a:buNone/>
              <a:defRPr sz="1400" b="1"/>
            </a:lvl3pPr>
            <a:lvl4pPr marL="1080135" indent="0">
              <a:buNone/>
              <a:defRPr sz="1300" b="1"/>
            </a:lvl4pPr>
            <a:lvl5pPr marL="1440180" indent="0">
              <a:buNone/>
              <a:defRPr sz="1300" b="1"/>
            </a:lvl5pPr>
            <a:lvl6pPr marL="1800225" indent="0">
              <a:buNone/>
              <a:defRPr sz="1300" b="1"/>
            </a:lvl6pPr>
            <a:lvl7pPr marL="2160270" indent="0">
              <a:buNone/>
              <a:defRPr sz="1300" b="1"/>
            </a:lvl7pPr>
            <a:lvl8pPr marL="2520315" indent="0">
              <a:buNone/>
              <a:defRPr sz="1300" b="1"/>
            </a:lvl8pPr>
            <a:lvl9pPr marL="2880360" indent="0">
              <a:buNone/>
              <a:defRPr sz="13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78063" y="514017"/>
            <a:ext cx="3340871" cy="933858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3841019" y="362813"/>
            <a:ext cx="3342183" cy="151203"/>
          </a:xfrm>
        </p:spPr>
        <p:txBody>
          <a:bodyPr anchor="b"/>
          <a:lstStyle>
            <a:lvl1pPr marL="0" indent="0">
              <a:buNone/>
              <a:defRPr sz="1900" b="1"/>
            </a:lvl1pPr>
            <a:lvl2pPr marL="360045" indent="0">
              <a:buNone/>
              <a:defRPr sz="1600" b="1"/>
            </a:lvl2pPr>
            <a:lvl3pPr marL="720090" indent="0">
              <a:buNone/>
              <a:defRPr sz="1400" b="1"/>
            </a:lvl3pPr>
            <a:lvl4pPr marL="1080135" indent="0">
              <a:buNone/>
              <a:defRPr sz="1300" b="1"/>
            </a:lvl4pPr>
            <a:lvl5pPr marL="1440180" indent="0">
              <a:buNone/>
              <a:defRPr sz="1300" b="1"/>
            </a:lvl5pPr>
            <a:lvl6pPr marL="1800225" indent="0">
              <a:buNone/>
              <a:defRPr sz="1300" b="1"/>
            </a:lvl6pPr>
            <a:lvl7pPr marL="2160270" indent="0">
              <a:buNone/>
              <a:defRPr sz="1300" b="1"/>
            </a:lvl7pPr>
            <a:lvl8pPr marL="2520315" indent="0">
              <a:buNone/>
              <a:defRPr sz="1300" b="1"/>
            </a:lvl8pPr>
            <a:lvl9pPr marL="2880360" indent="0">
              <a:buNone/>
              <a:defRPr sz="13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3841019" y="514017"/>
            <a:ext cx="3342183" cy="933858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84993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9123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35429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78064" y="64534"/>
            <a:ext cx="2487603" cy="274642"/>
          </a:xfrm>
        </p:spPr>
        <p:txBody>
          <a:bodyPr anchor="b"/>
          <a:lstStyle>
            <a:lvl1pPr algn="l">
              <a:defRPr sz="16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956244" y="64534"/>
            <a:ext cx="4226956" cy="1383340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78064" y="339175"/>
            <a:ext cx="2487603" cy="110869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00"/>
            </a:lvl2pPr>
            <a:lvl3pPr marL="720090" indent="0">
              <a:buNone/>
              <a:defRPr sz="800"/>
            </a:lvl3pPr>
            <a:lvl4pPr marL="1080135" indent="0">
              <a:buNone/>
              <a:defRPr sz="700"/>
            </a:lvl4pPr>
            <a:lvl5pPr marL="1440180" indent="0">
              <a:buNone/>
              <a:defRPr sz="700"/>
            </a:lvl5pPr>
            <a:lvl6pPr marL="1800225" indent="0">
              <a:buNone/>
              <a:defRPr sz="700"/>
            </a:lvl6pPr>
            <a:lvl7pPr marL="2160270" indent="0">
              <a:buNone/>
              <a:defRPr sz="700"/>
            </a:lvl7pPr>
            <a:lvl8pPr marL="2520315" indent="0">
              <a:buNone/>
              <a:defRPr sz="700"/>
            </a:lvl8pPr>
            <a:lvl9pPr marL="2880360" indent="0">
              <a:buNone/>
              <a:defRPr sz="7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38431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2061" y="1134588"/>
            <a:ext cx="4536758" cy="133944"/>
          </a:xfrm>
        </p:spPr>
        <p:txBody>
          <a:bodyPr anchor="b"/>
          <a:lstStyle>
            <a:lvl1pPr algn="l">
              <a:defRPr sz="16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482061" y="144826"/>
            <a:ext cx="4536758" cy="972503"/>
          </a:xfrm>
        </p:spPr>
        <p:txBody>
          <a:bodyPr/>
          <a:lstStyle>
            <a:lvl1pPr marL="0" indent="0">
              <a:buNone/>
              <a:defRPr sz="2500"/>
            </a:lvl1pPr>
            <a:lvl2pPr marL="360045" indent="0">
              <a:buNone/>
              <a:defRPr sz="2200"/>
            </a:lvl2pPr>
            <a:lvl3pPr marL="720090" indent="0">
              <a:buNone/>
              <a:defRPr sz="1900"/>
            </a:lvl3pPr>
            <a:lvl4pPr marL="1080135" indent="0">
              <a:buNone/>
              <a:defRPr sz="1600"/>
            </a:lvl4pPr>
            <a:lvl5pPr marL="1440180" indent="0">
              <a:buNone/>
              <a:defRPr sz="1600"/>
            </a:lvl5pPr>
            <a:lvl6pPr marL="1800225" indent="0">
              <a:buNone/>
              <a:defRPr sz="1600"/>
            </a:lvl6pPr>
            <a:lvl7pPr marL="2160270" indent="0">
              <a:buNone/>
              <a:defRPr sz="1600"/>
            </a:lvl7pPr>
            <a:lvl8pPr marL="2520315" indent="0">
              <a:buNone/>
              <a:defRPr sz="1600"/>
            </a:lvl8pPr>
            <a:lvl9pPr marL="2880360" indent="0">
              <a:buNone/>
              <a:defRPr sz="1600"/>
            </a:lvl9pPr>
          </a:lstStyle>
          <a:p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482061" y="1268531"/>
            <a:ext cx="4536758" cy="19022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00"/>
            </a:lvl2pPr>
            <a:lvl3pPr marL="720090" indent="0">
              <a:buNone/>
              <a:defRPr sz="800"/>
            </a:lvl3pPr>
            <a:lvl4pPr marL="1080135" indent="0">
              <a:buNone/>
              <a:defRPr sz="700"/>
            </a:lvl4pPr>
            <a:lvl5pPr marL="1440180" indent="0">
              <a:buNone/>
              <a:defRPr sz="700"/>
            </a:lvl5pPr>
            <a:lvl6pPr marL="1800225" indent="0">
              <a:buNone/>
              <a:defRPr sz="700"/>
            </a:lvl6pPr>
            <a:lvl7pPr marL="2160270" indent="0">
              <a:buNone/>
              <a:defRPr sz="700"/>
            </a:lvl7pPr>
            <a:lvl8pPr marL="2520315" indent="0">
              <a:buNone/>
              <a:defRPr sz="700"/>
            </a:lvl8pPr>
            <a:lvl9pPr marL="2880360" indent="0">
              <a:buNone/>
              <a:defRPr sz="7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11832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9414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4317537" y="51027"/>
            <a:ext cx="1338973" cy="108918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97990" y="51027"/>
            <a:ext cx="3893525" cy="108918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48526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78066" y="64909"/>
            <a:ext cx="6805137" cy="270140"/>
          </a:xfrm>
          <a:prstGeom prst="rect">
            <a:avLst/>
          </a:prstGeom>
        </p:spPr>
        <p:txBody>
          <a:bodyPr vert="horz" lIns="72009" tIns="36005" rIns="72009" bIns="36005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78066" y="378196"/>
            <a:ext cx="6805137" cy="1069678"/>
          </a:xfrm>
          <a:prstGeom prst="rect">
            <a:avLst/>
          </a:prstGeom>
        </p:spPr>
        <p:txBody>
          <a:bodyPr vert="horz" lIns="72009" tIns="36005" rIns="72009" bIns="36005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78065" y="1502277"/>
            <a:ext cx="1764295" cy="86295"/>
          </a:xfrm>
          <a:prstGeom prst="rect">
            <a:avLst/>
          </a:prstGeom>
        </p:spPr>
        <p:txBody>
          <a:bodyPr vert="horz" lIns="72009" tIns="36005" rIns="72009" bIns="3600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583433" y="1502277"/>
            <a:ext cx="2394400" cy="86295"/>
          </a:xfrm>
          <a:prstGeom prst="rect">
            <a:avLst/>
          </a:prstGeom>
        </p:spPr>
        <p:txBody>
          <a:bodyPr vert="horz" lIns="72009" tIns="36005" rIns="72009" bIns="3600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418908" y="1502277"/>
            <a:ext cx="1764295" cy="86295"/>
          </a:xfrm>
          <a:prstGeom prst="rect">
            <a:avLst/>
          </a:prstGeom>
        </p:spPr>
        <p:txBody>
          <a:bodyPr vert="horz" lIns="72009" tIns="36005" rIns="72009" bIns="3600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2308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20090" rtl="0" eaLnBrk="1" latinLnBrk="0" hangingPunct="1"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34" indent="-270034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585073" indent="-225028" algn="l" defTabSz="720090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hteck 67"/>
          <p:cNvSpPr/>
          <p:nvPr/>
        </p:nvSpPr>
        <p:spPr>
          <a:xfrm>
            <a:off x="328353" y="49334"/>
            <a:ext cx="2686050" cy="1524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Geometric Elements</a:t>
            </a:r>
          </a:p>
          <a:p>
            <a:pPr algn="ctr">
              <a:spcAft>
                <a:spcPts val="600"/>
              </a:spcAft>
            </a:pPr>
            <a:endParaRPr lang="de-DE" sz="800" dirty="0" smtClean="0"/>
          </a:p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de-DE" sz="1200" dirty="0" smtClean="0"/>
              <a:t> </a:t>
            </a:r>
            <a:r>
              <a:rPr lang="de-DE" sz="1200" dirty="0" err="1" smtClean="0"/>
              <a:t>Usually</a:t>
            </a:r>
            <a:r>
              <a:rPr lang="de-DE" sz="1200" dirty="0" smtClean="0"/>
              <a:t> </a:t>
            </a:r>
            <a:r>
              <a:rPr lang="de-DE" sz="1200" dirty="0" smtClean="0"/>
              <a:t>fixed, low order</a:t>
            </a:r>
          </a:p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de-DE" sz="1200" dirty="0" smtClean="0"/>
              <a:t> Definition </a:t>
            </a:r>
            <a:r>
              <a:rPr lang="de-DE" sz="1200" dirty="0" smtClean="0"/>
              <a:t>in </a:t>
            </a:r>
            <a:br>
              <a:rPr lang="de-DE" sz="1200" dirty="0" smtClean="0"/>
            </a:br>
            <a:r>
              <a:rPr lang="de-DE" sz="1200" dirty="0" smtClean="0"/>
              <a:t>  Domain/ElemMapping/Elem.hh</a:t>
            </a:r>
          </a:p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de-DE" sz="1200" dirty="0" smtClean="0"/>
              <a:t> </a:t>
            </a:r>
            <a:r>
              <a:rPr lang="de-DE" sz="1200" dirty="0" err="1" smtClean="0"/>
              <a:t>Geometric</a:t>
            </a:r>
            <a:r>
              <a:rPr lang="de-DE" sz="1200" dirty="0" smtClean="0"/>
              <a:t> </a:t>
            </a:r>
            <a:r>
              <a:rPr lang="de-DE" sz="1200" dirty="0" smtClean="0"/>
              <a:t>computations </a:t>
            </a:r>
            <a:r>
              <a:rPr lang="de-DE" sz="1200" dirty="0" err="1" smtClean="0"/>
              <a:t>performed</a:t>
            </a:r>
            <a:r>
              <a:rPr lang="de-DE" sz="1200" dirty="0" smtClean="0"/>
              <a:t> </a:t>
            </a:r>
            <a:r>
              <a:rPr lang="de-DE" sz="1200" dirty="0" smtClean="0"/>
              <a:t/>
            </a:r>
            <a:br>
              <a:rPr lang="de-DE" sz="1200" dirty="0" smtClean="0"/>
            </a:br>
            <a:r>
              <a:rPr lang="de-DE" sz="1200" dirty="0" smtClean="0"/>
              <a:t>   </a:t>
            </a:r>
            <a:r>
              <a:rPr lang="de-DE" sz="1200" dirty="0" err="1" smtClean="0"/>
              <a:t>by</a:t>
            </a:r>
            <a:r>
              <a:rPr lang="de-DE" sz="1200" dirty="0" smtClean="0"/>
              <a:t> </a:t>
            </a:r>
            <a:r>
              <a:rPr lang="de-DE" sz="1200" dirty="0" err="1" smtClean="0"/>
              <a:t>ElemShapeMap</a:t>
            </a:r>
            <a:r>
              <a:rPr lang="de-DE" sz="1200" dirty="0" smtClean="0"/>
              <a:t> </a:t>
            </a:r>
            <a:r>
              <a:rPr lang="de-DE" sz="1200" dirty="0" smtClean="0"/>
              <a:t>class</a:t>
            </a:r>
            <a:endParaRPr lang="de-DE" sz="1200" dirty="0"/>
          </a:p>
        </p:txBody>
      </p:sp>
      <p:sp>
        <p:nvSpPr>
          <p:cNvPr id="69" name="Rechteck 68"/>
          <p:cNvSpPr/>
          <p:nvPr/>
        </p:nvSpPr>
        <p:spPr>
          <a:xfrm>
            <a:off x="4443151" y="58859"/>
            <a:ext cx="2657477" cy="1524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Computational Elements</a:t>
            </a:r>
          </a:p>
          <a:p>
            <a:pPr algn="ctr"/>
            <a:endParaRPr lang="de-DE" sz="1800" dirty="0" smtClean="0"/>
          </a:p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de-DE" sz="1200" dirty="0" smtClean="0"/>
              <a:t> Arbitrary order</a:t>
            </a:r>
          </a:p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de-DE" sz="1200" dirty="0" smtClean="0"/>
              <a:t> Definition for each FeSpace </a:t>
            </a:r>
            <a:br>
              <a:rPr lang="de-DE" sz="1200" dirty="0" smtClean="0"/>
            </a:br>
            <a:r>
              <a:rPr lang="de-DE" sz="1200" dirty="0" smtClean="0"/>
              <a:t>   (e.g. H1/H1Elems.hh)</a:t>
            </a:r>
          </a:p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de-DE" sz="1200" dirty="0" smtClean="0"/>
              <a:t> No global coordinate information</a:t>
            </a:r>
            <a:endParaRPr lang="de-DE" sz="1200" dirty="0"/>
          </a:p>
        </p:txBody>
      </p:sp>
      <p:sp>
        <p:nvSpPr>
          <p:cNvPr id="70" name="Pfeil nach links und rechts 69"/>
          <p:cNvSpPr/>
          <p:nvPr/>
        </p:nvSpPr>
        <p:spPr>
          <a:xfrm>
            <a:off x="3062028" y="573208"/>
            <a:ext cx="1343025" cy="428625"/>
          </a:xfrm>
          <a:prstGeom prst="left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22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Benutzerdefiniert</PresentationFormat>
  <Paragraphs>10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</vt:lpstr>
      <vt:lpstr>PowerPoint-Präsentation</vt:lpstr>
    </vt:vector>
  </TitlesOfParts>
  <Company>TU Wien - Campusversion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mkaltenb</dc:creator>
  <cp:lastModifiedBy>mkaltenb</cp:lastModifiedBy>
  <cp:revision>3</cp:revision>
  <dcterms:created xsi:type="dcterms:W3CDTF">2017-11-04T09:53:24Z</dcterms:created>
  <dcterms:modified xsi:type="dcterms:W3CDTF">2017-11-04T10:11:22Z</dcterms:modified>
</cp:coreProperties>
</file>