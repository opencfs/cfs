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561263" cy="3960813"/>
  <p:notesSz cx="6858000" cy="9144000"/>
  <p:defaultTextStyle>
    <a:defPPr>
      <a:defRPr lang="de-DE"/>
    </a:defPPr>
    <a:lvl1pPr marL="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004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2009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8013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4018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0022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6027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2031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8036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-576" y="-96"/>
      </p:cViewPr>
      <p:guideLst>
        <p:guide orient="horz" pos="1248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7096" y="1230420"/>
            <a:ext cx="6427074" cy="849008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34190" y="2244462"/>
            <a:ext cx="5292884" cy="101220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2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80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20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2778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2196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287" y="2545190"/>
            <a:ext cx="6427074" cy="786661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97287" y="1678763"/>
            <a:ext cx="6427074" cy="866428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6216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97989" y="727983"/>
            <a:ext cx="2616249" cy="205834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040258" y="727983"/>
            <a:ext cx="2616250" cy="205834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7022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78064" y="158617"/>
            <a:ext cx="6805137" cy="660136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8063" y="886599"/>
            <a:ext cx="3340871" cy="369493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45" indent="0">
              <a:buNone/>
              <a:defRPr sz="1600" b="1"/>
            </a:lvl2pPr>
            <a:lvl3pPr marL="720090" indent="0">
              <a:buNone/>
              <a:defRPr sz="1400" b="1"/>
            </a:lvl3pPr>
            <a:lvl4pPr marL="1080135" indent="0">
              <a:buNone/>
              <a:defRPr sz="1300" b="1"/>
            </a:lvl4pPr>
            <a:lvl5pPr marL="1440180" indent="0">
              <a:buNone/>
              <a:defRPr sz="1300" b="1"/>
            </a:lvl5pPr>
            <a:lvl6pPr marL="1800225" indent="0">
              <a:buNone/>
              <a:defRPr sz="1300" b="1"/>
            </a:lvl6pPr>
            <a:lvl7pPr marL="2160270" indent="0">
              <a:buNone/>
              <a:defRPr sz="1300" b="1"/>
            </a:lvl7pPr>
            <a:lvl8pPr marL="2520315" indent="0">
              <a:buNone/>
              <a:defRPr sz="1300" b="1"/>
            </a:lvl8pPr>
            <a:lvl9pPr marL="2880360" indent="0">
              <a:buNone/>
              <a:defRPr sz="13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78063" y="1256092"/>
            <a:ext cx="3340871" cy="2282052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3841018" y="886599"/>
            <a:ext cx="3342183" cy="369493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45" indent="0">
              <a:buNone/>
              <a:defRPr sz="1600" b="1"/>
            </a:lvl2pPr>
            <a:lvl3pPr marL="720090" indent="0">
              <a:buNone/>
              <a:defRPr sz="1400" b="1"/>
            </a:lvl3pPr>
            <a:lvl4pPr marL="1080135" indent="0">
              <a:buNone/>
              <a:defRPr sz="1300" b="1"/>
            </a:lvl4pPr>
            <a:lvl5pPr marL="1440180" indent="0">
              <a:buNone/>
              <a:defRPr sz="1300" b="1"/>
            </a:lvl5pPr>
            <a:lvl6pPr marL="1800225" indent="0">
              <a:buNone/>
              <a:defRPr sz="1300" b="1"/>
            </a:lvl6pPr>
            <a:lvl7pPr marL="2160270" indent="0">
              <a:buNone/>
              <a:defRPr sz="1300" b="1"/>
            </a:lvl7pPr>
            <a:lvl8pPr marL="2520315" indent="0">
              <a:buNone/>
              <a:defRPr sz="1300" b="1"/>
            </a:lvl8pPr>
            <a:lvl9pPr marL="2880360" indent="0">
              <a:buNone/>
              <a:defRPr sz="13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3841018" y="1256092"/>
            <a:ext cx="3342183" cy="2282052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4993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123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3542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78064" y="157700"/>
            <a:ext cx="2487603" cy="671138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956244" y="157701"/>
            <a:ext cx="4226956" cy="3380444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78064" y="828837"/>
            <a:ext cx="2487603" cy="2709306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00"/>
            </a:lvl2pPr>
            <a:lvl3pPr marL="720090" indent="0">
              <a:buNone/>
              <a:defRPr sz="800"/>
            </a:lvl3pPr>
            <a:lvl4pPr marL="1080135" indent="0">
              <a:buNone/>
              <a:defRPr sz="700"/>
            </a:lvl4pPr>
            <a:lvl5pPr marL="1440180" indent="0">
              <a:buNone/>
              <a:defRPr sz="700"/>
            </a:lvl5pPr>
            <a:lvl6pPr marL="1800225" indent="0">
              <a:buNone/>
              <a:defRPr sz="700"/>
            </a:lvl6pPr>
            <a:lvl7pPr marL="2160270" indent="0">
              <a:buNone/>
              <a:defRPr sz="700"/>
            </a:lvl7pPr>
            <a:lvl8pPr marL="2520315" indent="0">
              <a:buNone/>
              <a:defRPr sz="700"/>
            </a:lvl8pPr>
            <a:lvl9pPr marL="2880360" indent="0">
              <a:buNone/>
              <a:defRPr sz="7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3843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2061" y="2772570"/>
            <a:ext cx="4536758" cy="327317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482061" y="353906"/>
            <a:ext cx="4536758" cy="2376488"/>
          </a:xfrm>
        </p:spPr>
        <p:txBody>
          <a:bodyPr/>
          <a:lstStyle>
            <a:lvl1pPr marL="0" indent="0">
              <a:buNone/>
              <a:defRPr sz="2500"/>
            </a:lvl1pPr>
            <a:lvl2pPr marL="360045" indent="0">
              <a:buNone/>
              <a:defRPr sz="2200"/>
            </a:lvl2pPr>
            <a:lvl3pPr marL="720090" indent="0">
              <a:buNone/>
              <a:defRPr sz="1900"/>
            </a:lvl3pPr>
            <a:lvl4pPr marL="1080135" indent="0">
              <a:buNone/>
              <a:defRPr sz="1600"/>
            </a:lvl4pPr>
            <a:lvl5pPr marL="1440180" indent="0">
              <a:buNone/>
              <a:defRPr sz="1600"/>
            </a:lvl5pPr>
            <a:lvl6pPr marL="1800225" indent="0">
              <a:buNone/>
              <a:defRPr sz="1600"/>
            </a:lvl6pPr>
            <a:lvl7pPr marL="2160270" indent="0">
              <a:buNone/>
              <a:defRPr sz="1600"/>
            </a:lvl7pPr>
            <a:lvl8pPr marL="2520315" indent="0">
              <a:buNone/>
              <a:defRPr sz="1600"/>
            </a:lvl8pPr>
            <a:lvl9pPr marL="2880360" indent="0">
              <a:buNone/>
              <a:defRPr sz="1600"/>
            </a:lvl9pPr>
          </a:lstStyle>
          <a:p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482061" y="3099886"/>
            <a:ext cx="4536758" cy="464846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00"/>
            </a:lvl2pPr>
            <a:lvl3pPr marL="720090" indent="0">
              <a:buNone/>
              <a:defRPr sz="800"/>
            </a:lvl3pPr>
            <a:lvl4pPr marL="1080135" indent="0">
              <a:buNone/>
              <a:defRPr sz="700"/>
            </a:lvl4pPr>
            <a:lvl5pPr marL="1440180" indent="0">
              <a:buNone/>
              <a:defRPr sz="700"/>
            </a:lvl5pPr>
            <a:lvl6pPr marL="1800225" indent="0">
              <a:buNone/>
              <a:defRPr sz="700"/>
            </a:lvl6pPr>
            <a:lvl7pPr marL="2160270" indent="0">
              <a:buNone/>
              <a:defRPr sz="700"/>
            </a:lvl7pPr>
            <a:lvl8pPr marL="2520315" indent="0">
              <a:buNone/>
              <a:defRPr sz="700"/>
            </a:lvl8pPr>
            <a:lvl9pPr marL="2880360" indent="0">
              <a:buNone/>
              <a:defRPr sz="7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11832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941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4317535" y="124693"/>
            <a:ext cx="1338973" cy="266163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97989" y="124693"/>
            <a:ext cx="3893525" cy="266163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48526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78064" y="158617"/>
            <a:ext cx="6805137" cy="660136"/>
          </a:xfrm>
          <a:prstGeom prst="rect">
            <a:avLst/>
          </a:prstGeom>
        </p:spPr>
        <p:txBody>
          <a:bodyPr vert="horz" lIns="72009" tIns="36005" rIns="72009" bIns="36005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8064" y="924190"/>
            <a:ext cx="6805137" cy="2613954"/>
          </a:xfrm>
          <a:prstGeom prst="rect">
            <a:avLst/>
          </a:prstGeom>
        </p:spPr>
        <p:txBody>
          <a:bodyPr vert="horz" lIns="72009" tIns="36005" rIns="72009" bIns="36005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78064" y="3671087"/>
            <a:ext cx="1764295" cy="210877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583433" y="3671087"/>
            <a:ext cx="2394400" cy="210877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418906" y="3671087"/>
            <a:ext cx="1764295" cy="210877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2308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20090" rtl="0" eaLnBrk="1" latinLnBrk="0" hangingPunct="1"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34" indent="-270034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585073" indent="-225028" algn="l" defTabSz="720090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/>
          <p:cNvSpPr/>
          <p:nvPr/>
        </p:nvSpPr>
        <p:spPr>
          <a:xfrm>
            <a:off x="2800804" y="82832"/>
            <a:ext cx="1962150" cy="809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FeSpace</a:t>
            </a:r>
            <a:endParaRPr lang="de-DE" dirty="0"/>
          </a:p>
        </p:txBody>
      </p:sp>
      <p:sp>
        <p:nvSpPr>
          <p:cNvPr id="50" name="Rechteck 49"/>
          <p:cNvSpPr/>
          <p:nvPr/>
        </p:nvSpPr>
        <p:spPr>
          <a:xfrm>
            <a:off x="1172029" y="1559207"/>
            <a:ext cx="2200275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FeSpaceNodal</a:t>
            </a:r>
          </a:p>
          <a:p>
            <a:pPr algn="ctr"/>
            <a:r>
              <a:rPr lang="de-DE" sz="1100" dirty="0" smtClean="0"/>
              <a:t>Nodal finite elements </a:t>
            </a:r>
            <a:r>
              <a:rPr lang="de-DE" sz="1100" dirty="0" err="1" smtClean="0"/>
              <a:t>with</a:t>
            </a:r>
            <a:r>
              <a:rPr lang="de-DE" sz="1100" dirty="0" smtClean="0"/>
              <a:t> </a:t>
            </a:r>
            <a:r>
              <a:rPr lang="de-DE" sz="1100" dirty="0" smtClean="0"/>
              <a:t/>
            </a:r>
            <a:br>
              <a:rPr lang="de-DE" sz="1100" dirty="0" smtClean="0"/>
            </a:br>
            <a:r>
              <a:rPr lang="de-DE" sz="1100" dirty="0" smtClean="0">
                <a:latin typeface="Symbol" panose="05050102010706020507" pitchFamily="18" charset="2"/>
              </a:rPr>
              <a:t>d</a:t>
            </a:r>
            <a:r>
              <a:rPr lang="de-DE" sz="1100" dirty="0" smtClean="0"/>
              <a:t>-</a:t>
            </a:r>
            <a:r>
              <a:rPr lang="de-DE" sz="1100" dirty="0" err="1" smtClean="0"/>
              <a:t>property</a:t>
            </a:r>
            <a:r>
              <a:rPr lang="de-DE" sz="1100" dirty="0" smtClean="0"/>
              <a:t> (</a:t>
            </a:r>
            <a:r>
              <a:rPr lang="de-DE" sz="1100" dirty="0" err="1" smtClean="0"/>
              <a:t>local</a:t>
            </a:r>
            <a:r>
              <a:rPr lang="de-DE" sz="1100" dirty="0" smtClean="0"/>
              <a:t> </a:t>
            </a:r>
            <a:r>
              <a:rPr lang="de-DE" sz="1100" dirty="0" err="1" smtClean="0"/>
              <a:t>support</a:t>
            </a:r>
            <a:r>
              <a:rPr lang="de-DE" sz="1100" dirty="0" smtClean="0"/>
              <a:t>)</a:t>
            </a:r>
            <a:endParaRPr lang="de-DE" sz="1100" dirty="0" smtClean="0"/>
          </a:p>
        </p:txBody>
      </p:sp>
      <p:sp>
        <p:nvSpPr>
          <p:cNvPr id="51" name="Rechteck 50"/>
          <p:cNvSpPr/>
          <p:nvPr/>
        </p:nvSpPr>
        <p:spPr>
          <a:xfrm>
            <a:off x="4877626" y="1559976"/>
            <a:ext cx="2200275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FeSpaceHi</a:t>
            </a:r>
          </a:p>
          <a:p>
            <a:pPr algn="ctr"/>
            <a:r>
              <a:rPr lang="de-DE" sz="1200" dirty="0" smtClean="0"/>
              <a:t>Hierarchical element basis </a:t>
            </a:r>
          </a:p>
        </p:txBody>
      </p:sp>
      <p:sp>
        <p:nvSpPr>
          <p:cNvPr id="52" name="Rechteck 51"/>
          <p:cNvSpPr/>
          <p:nvPr/>
        </p:nvSpPr>
        <p:spPr>
          <a:xfrm>
            <a:off x="95704" y="3016532"/>
            <a:ext cx="2085975" cy="847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FeSpaceH1Nodal</a:t>
            </a:r>
            <a:endParaRPr lang="de-DE" dirty="0"/>
          </a:p>
        </p:txBody>
      </p:sp>
      <p:sp>
        <p:nvSpPr>
          <p:cNvPr id="53" name="Rechteck 52"/>
          <p:cNvSpPr/>
          <p:nvPr/>
        </p:nvSpPr>
        <p:spPr>
          <a:xfrm>
            <a:off x="2267404" y="3026057"/>
            <a:ext cx="2085975" cy="847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FeSpaceL2Nodal</a:t>
            </a:r>
            <a:endParaRPr lang="de-DE" dirty="0"/>
          </a:p>
        </p:txBody>
      </p:sp>
      <p:sp>
        <p:nvSpPr>
          <p:cNvPr id="54" name="Rechteck 53"/>
          <p:cNvSpPr/>
          <p:nvPr/>
        </p:nvSpPr>
        <p:spPr>
          <a:xfrm>
            <a:off x="4934185" y="3031200"/>
            <a:ext cx="2085975" cy="847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FeSpaceH1Hi</a:t>
            </a:r>
            <a:endParaRPr lang="de-DE" dirty="0"/>
          </a:p>
        </p:txBody>
      </p:sp>
      <p:cxnSp>
        <p:nvCxnSpPr>
          <p:cNvPr id="55" name="Gewinkelte Verbindung 54"/>
          <p:cNvCxnSpPr>
            <a:stCxn id="50" idx="0"/>
            <a:endCxn id="49" idx="2"/>
          </p:cNvCxnSpPr>
          <p:nvPr/>
        </p:nvCxnSpPr>
        <p:spPr>
          <a:xfrm rot="5400000" flipH="1" flipV="1">
            <a:off x="2693648" y="470976"/>
            <a:ext cx="666750" cy="150971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winkelte Verbindung 55"/>
          <p:cNvCxnSpPr>
            <a:stCxn id="51" idx="0"/>
            <a:endCxn id="49" idx="2"/>
          </p:cNvCxnSpPr>
          <p:nvPr/>
        </p:nvCxnSpPr>
        <p:spPr>
          <a:xfrm rot="16200000" flipV="1">
            <a:off x="4546063" y="128274"/>
            <a:ext cx="667519" cy="219588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53" idx="0"/>
            <a:endCxn id="50" idx="2"/>
          </p:cNvCxnSpPr>
          <p:nvPr/>
        </p:nvCxnSpPr>
        <p:spPr>
          <a:xfrm rot="16200000" flipV="1">
            <a:off x="2496005" y="2211669"/>
            <a:ext cx="590550" cy="103822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winkelte Verbindung 57"/>
          <p:cNvCxnSpPr>
            <a:stCxn id="52" idx="0"/>
            <a:endCxn id="50" idx="2"/>
          </p:cNvCxnSpPr>
          <p:nvPr/>
        </p:nvCxnSpPr>
        <p:spPr>
          <a:xfrm rot="5400000" flipH="1" flipV="1">
            <a:off x="1414917" y="2159283"/>
            <a:ext cx="581025" cy="113347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winkelte Verbindung 58"/>
          <p:cNvCxnSpPr>
            <a:stCxn id="54" idx="0"/>
            <a:endCxn id="51" idx="2"/>
          </p:cNvCxnSpPr>
          <p:nvPr/>
        </p:nvCxnSpPr>
        <p:spPr>
          <a:xfrm rot="5400000" flipH="1" flipV="1">
            <a:off x="5680006" y="2733443"/>
            <a:ext cx="594924" cy="59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/>
          <p:cNvSpPr txBox="1"/>
          <p:nvPr/>
        </p:nvSpPr>
        <p:spPr>
          <a:xfrm>
            <a:off x="7201135" y="3497925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….</a:t>
            </a:r>
            <a:endParaRPr lang="de-DE" dirty="0"/>
          </a:p>
        </p:txBody>
      </p:sp>
      <p:sp>
        <p:nvSpPr>
          <p:cNvPr id="61" name="Textfeld 60"/>
          <p:cNvSpPr txBox="1"/>
          <p:nvPr/>
        </p:nvSpPr>
        <p:spPr>
          <a:xfrm>
            <a:off x="4410529" y="348325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….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22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Benutzerdefiniert</PresentationFormat>
  <Paragraphs>10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>TU Wien - Campusversion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mkaltenb</dc:creator>
  <cp:lastModifiedBy>mkaltenb</cp:lastModifiedBy>
  <cp:revision>2</cp:revision>
  <dcterms:created xsi:type="dcterms:W3CDTF">2017-11-04T09:53:24Z</dcterms:created>
  <dcterms:modified xsi:type="dcterms:W3CDTF">2017-11-04T10:02:33Z</dcterms:modified>
</cp:coreProperties>
</file>